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8CF"/>
    <a:srgbClr val="718DFB"/>
    <a:srgbClr val="01A9FF"/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5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41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18" Type="http://schemas.openxmlformats.org/officeDocument/2006/relationships/image" Target="../media/image44.svg"/><Relationship Id="rId3" Type="http://schemas.openxmlformats.org/officeDocument/2006/relationships/image" Target="../media/image29.png"/><Relationship Id="rId21" Type="http://schemas.openxmlformats.org/officeDocument/2006/relationships/image" Target="../media/image46.sv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2.sv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svg"/><Relationship Id="rId19" Type="http://schemas.openxmlformats.org/officeDocument/2006/relationships/image" Target="../media/image28.pn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Relationship Id="rId14" Type="http://schemas.openxmlformats.org/officeDocument/2006/relationships/image" Target="../media/image5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png"/><Relationship Id="rId18" Type="http://schemas.openxmlformats.org/officeDocument/2006/relationships/image" Target="../media/image75.svg"/><Relationship Id="rId26" Type="http://schemas.openxmlformats.org/officeDocument/2006/relationships/image" Target="../media/image81.svg"/><Relationship Id="rId3" Type="http://schemas.openxmlformats.org/officeDocument/2006/relationships/image" Target="../media/image61.sv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17" Type="http://schemas.openxmlformats.org/officeDocument/2006/relationships/image" Target="../media/image74.png"/><Relationship Id="rId25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3.svg"/><Relationship Id="rId20" Type="http://schemas.openxmlformats.org/officeDocument/2006/relationships/image" Target="../media/image77.sv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11" Type="http://schemas.openxmlformats.org/officeDocument/2006/relationships/image" Target="../media/image68.png"/><Relationship Id="rId24" Type="http://schemas.openxmlformats.org/officeDocument/2006/relationships/image" Target="../media/image19.sv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18.png"/><Relationship Id="rId28" Type="http://schemas.openxmlformats.org/officeDocument/2006/relationships/image" Target="../media/image17.svg"/><Relationship Id="rId10" Type="http://schemas.openxmlformats.org/officeDocument/2006/relationships/image" Target="../media/image67.svg"/><Relationship Id="rId19" Type="http://schemas.openxmlformats.org/officeDocument/2006/relationships/image" Target="../media/image76.png"/><Relationship Id="rId4" Type="http://schemas.openxmlformats.org/officeDocument/2006/relationships/image" Target="../media/image28.png"/><Relationship Id="rId9" Type="http://schemas.openxmlformats.org/officeDocument/2006/relationships/image" Target="../media/image66.png"/><Relationship Id="rId14" Type="http://schemas.openxmlformats.org/officeDocument/2006/relationships/image" Target="../media/image71.svg"/><Relationship Id="rId22" Type="http://schemas.openxmlformats.org/officeDocument/2006/relationships/image" Target="../media/image79.svg"/><Relationship Id="rId27" Type="http://schemas.openxmlformats.org/officeDocument/2006/relationships/image" Target="../media/image16.png"/><Relationship Id="rId30" Type="http://schemas.openxmlformats.org/officeDocument/2006/relationships/image" Target="../media/image8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13" Type="http://schemas.openxmlformats.org/officeDocument/2006/relationships/image" Target="../media/image92.png"/><Relationship Id="rId18" Type="http://schemas.openxmlformats.org/officeDocument/2006/relationships/image" Target="../media/image97.svg"/><Relationship Id="rId3" Type="http://schemas.openxmlformats.org/officeDocument/2006/relationships/image" Target="../media/image4.png"/><Relationship Id="rId7" Type="http://schemas.openxmlformats.org/officeDocument/2006/relationships/image" Target="../media/image86.png"/><Relationship Id="rId12" Type="http://schemas.openxmlformats.org/officeDocument/2006/relationships/image" Target="../media/image91.sv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sv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svg"/><Relationship Id="rId19" Type="http://schemas.openxmlformats.org/officeDocument/2006/relationships/image" Target="../media/image28.png"/><Relationship Id="rId4" Type="http://schemas.openxmlformats.org/officeDocument/2006/relationships/image" Target="../media/image5.svg"/><Relationship Id="rId9" Type="http://schemas.openxmlformats.org/officeDocument/2006/relationships/image" Target="../media/image88.png"/><Relationship Id="rId14" Type="http://schemas.openxmlformats.org/officeDocument/2006/relationships/image" Target="../media/image9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05.svg"/><Relationship Id="rId18" Type="http://schemas.openxmlformats.org/officeDocument/2006/relationships/image" Target="../media/image4.png"/><Relationship Id="rId3" Type="http://schemas.openxmlformats.org/officeDocument/2006/relationships/image" Target="../media/image28.png"/><Relationship Id="rId21" Type="http://schemas.openxmlformats.org/officeDocument/2006/relationships/image" Target="../media/image111.svg"/><Relationship Id="rId7" Type="http://schemas.openxmlformats.org/officeDocument/2006/relationships/image" Target="../media/image101.svg"/><Relationship Id="rId12" Type="http://schemas.openxmlformats.org/officeDocument/2006/relationships/image" Target="../media/image104.png"/><Relationship Id="rId17" Type="http://schemas.openxmlformats.org/officeDocument/2006/relationships/image" Target="../media/image10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8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3.svg"/><Relationship Id="rId5" Type="http://schemas.openxmlformats.org/officeDocument/2006/relationships/image" Target="../media/image99.svg"/><Relationship Id="rId15" Type="http://schemas.openxmlformats.org/officeDocument/2006/relationships/image" Target="../media/image107.svg"/><Relationship Id="rId23" Type="http://schemas.openxmlformats.org/officeDocument/2006/relationships/image" Target="../media/image87.svg"/><Relationship Id="rId10" Type="http://schemas.openxmlformats.org/officeDocument/2006/relationships/image" Target="../media/image102.png"/><Relationship Id="rId19" Type="http://schemas.openxmlformats.org/officeDocument/2006/relationships/image" Target="../media/image5.svg"/><Relationship Id="rId4" Type="http://schemas.openxmlformats.org/officeDocument/2006/relationships/image" Target="../media/image98.png"/><Relationship Id="rId9" Type="http://schemas.openxmlformats.org/officeDocument/2006/relationships/image" Target="../media/image36.svg"/><Relationship Id="rId14" Type="http://schemas.openxmlformats.org/officeDocument/2006/relationships/image" Target="../media/image106.png"/><Relationship Id="rId22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12.png"/><Relationship Id="rId7" Type="http://schemas.openxmlformats.org/officeDocument/2006/relationships/image" Target="../media/image87.sv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114.svg"/><Relationship Id="rId5" Type="http://schemas.openxmlformats.org/officeDocument/2006/relationships/image" Target="../media/image89.svg"/><Relationship Id="rId10" Type="http://schemas.openxmlformats.org/officeDocument/2006/relationships/image" Target="../media/image113.png"/><Relationship Id="rId4" Type="http://schemas.openxmlformats.org/officeDocument/2006/relationships/image" Target="../media/image88.png"/><Relationship Id="rId9" Type="http://schemas.openxmlformats.org/officeDocument/2006/relationships/image" Target="../media/image9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116.svg"/><Relationship Id="rId3" Type="http://schemas.openxmlformats.org/officeDocument/2006/relationships/image" Target="../media/image28.png"/><Relationship Id="rId7" Type="http://schemas.openxmlformats.org/officeDocument/2006/relationships/image" Target="../media/image95.sv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3.svg"/><Relationship Id="rId5" Type="http://schemas.openxmlformats.org/officeDocument/2006/relationships/image" Target="../media/image89.svg"/><Relationship Id="rId15" Type="http://schemas.openxmlformats.org/officeDocument/2006/relationships/image" Target="../media/image118.svg"/><Relationship Id="rId10" Type="http://schemas.openxmlformats.org/officeDocument/2006/relationships/image" Target="../media/image92.png"/><Relationship Id="rId4" Type="http://schemas.openxmlformats.org/officeDocument/2006/relationships/image" Target="../media/image88.png"/><Relationship Id="rId9" Type="http://schemas.openxmlformats.org/officeDocument/2006/relationships/image" Target="../media/image87.svg"/><Relationship Id="rId14" Type="http://schemas.openxmlformats.org/officeDocument/2006/relationships/image" Target="../media/image1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sv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11" Type="http://schemas.openxmlformats.org/officeDocument/2006/relationships/image" Target="../media/image128.svg"/><Relationship Id="rId5" Type="http://schemas.openxmlformats.org/officeDocument/2006/relationships/image" Target="../media/image122.sv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svg"/><Relationship Id="rId13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129.png"/><Relationship Id="rId12" Type="http://schemas.openxmlformats.org/officeDocument/2006/relationships/image" Target="../media/image13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svg"/><Relationship Id="rId11" Type="http://schemas.openxmlformats.org/officeDocument/2006/relationships/image" Target="../media/image131.png"/><Relationship Id="rId5" Type="http://schemas.openxmlformats.org/officeDocument/2006/relationships/image" Target="../media/image84.png"/><Relationship Id="rId10" Type="http://schemas.openxmlformats.org/officeDocument/2006/relationships/image" Target="../media/image101.svg"/><Relationship Id="rId4" Type="http://schemas.openxmlformats.org/officeDocument/2006/relationships/image" Target="../media/image5.svg"/><Relationship Id="rId9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svg"/><Relationship Id="rId3" Type="http://schemas.openxmlformats.org/officeDocument/2006/relationships/image" Target="../media/image133.png"/><Relationship Id="rId7" Type="http://schemas.openxmlformats.org/officeDocument/2006/relationships/image" Target="../media/image136.png"/><Relationship Id="rId12" Type="http://schemas.openxmlformats.org/officeDocument/2006/relationships/image" Target="../media/image14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sv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svg"/><Relationship Id="rId4" Type="http://schemas.openxmlformats.org/officeDocument/2006/relationships/image" Target="../media/image28.png"/><Relationship Id="rId9" Type="http://schemas.openxmlformats.org/officeDocument/2006/relationships/image" Target="../media/image1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95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5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5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5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5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5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5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5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5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6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6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76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76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76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6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76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76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6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76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76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76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76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76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76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76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76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76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57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57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57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57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57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57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57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57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857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57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57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857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57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57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57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57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57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57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238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238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238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238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238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238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238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238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238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238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238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238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238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238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238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238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238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238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619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619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1619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619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619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619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619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619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1619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619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619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619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619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619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619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619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1619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619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2000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2000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000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2000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2000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2000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2000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2000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2000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2000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2000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2000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2000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2000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2000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2000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2000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2000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2381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2381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2381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2381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2381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2381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2381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2381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2381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2381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2381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2381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2381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2381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2381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2381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2381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2381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2762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2762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2762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2762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2762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762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762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2762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2762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2762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2762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2762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2762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2762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2762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2762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2762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2762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3143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3143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3143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3143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3143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3143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3143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3143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3143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143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143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143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3143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3143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3143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3143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3143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3143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3524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3524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3524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3524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3524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3524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3524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3524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3524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3524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3524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3524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3524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3524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3524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3524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3524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3524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3905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3905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3905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3905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3905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3905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3905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3905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3905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3905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3905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3905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3905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3905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3905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3905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3905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3905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4286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4286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4286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4286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4286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4286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4286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4286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4286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4286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4286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4286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4286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4286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4286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4286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4286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4286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4667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4667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4667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4667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4667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4667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4667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4667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4667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4667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4667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4667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4667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4667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4667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4667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4667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4667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5048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5048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5048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5048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5048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5048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5048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5048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5048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5048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5048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5048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5048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5048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5048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5048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5048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5048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5429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5429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5429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5429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5429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5429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5429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5429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5429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5429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5429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5429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5429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5429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5429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5429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5429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5429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5810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5810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5810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5810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5810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5810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5810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5810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5810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5810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5810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5810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5810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5810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5810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5810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5810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5810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6191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6191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6191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6191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6191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6191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6191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6191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6191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6191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6191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6191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6191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6191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6191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6191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6191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6191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6572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6572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6572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6572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6572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6572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6572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6572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6572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6572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6572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6572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6572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6572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6572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6572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6572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6572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6953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6953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6953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6953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6953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6953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6953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6953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6953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6953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6953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6953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6953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6953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6953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6953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6953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6953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7334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7334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7334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7334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7334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7334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7334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7334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7334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7334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6"/>
          <p:cNvSpPr/>
          <p:nvPr/>
        </p:nvSpPr>
        <p:spPr>
          <a:xfrm>
            <a:off x="7334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7334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7334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7334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7334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7334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7334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7334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7715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7715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7715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7715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7715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7715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7715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7715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7715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7715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7715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7715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7715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7715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7715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7715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7715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7715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8096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8096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8096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8096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8096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8096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8096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8096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8096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8096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8096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8096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8096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8096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8096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8096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8096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8096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8477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8477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8477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8477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8477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8477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8477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8477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8477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8477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477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477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8477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8477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8477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8477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8477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8477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8858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8858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8858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8858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8858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8858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8858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8858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8858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8858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58"/>
          <p:cNvSpPr/>
          <p:nvPr/>
        </p:nvSpPr>
        <p:spPr>
          <a:xfrm>
            <a:off x="8858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8858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60"/>
          <p:cNvSpPr/>
          <p:nvPr/>
        </p:nvSpPr>
        <p:spPr>
          <a:xfrm>
            <a:off x="8858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61"/>
          <p:cNvSpPr/>
          <p:nvPr/>
        </p:nvSpPr>
        <p:spPr>
          <a:xfrm>
            <a:off x="8858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62"/>
          <p:cNvSpPr/>
          <p:nvPr/>
        </p:nvSpPr>
        <p:spPr>
          <a:xfrm>
            <a:off x="8858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63"/>
          <p:cNvSpPr/>
          <p:nvPr/>
        </p:nvSpPr>
        <p:spPr>
          <a:xfrm>
            <a:off x="8858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Shape 464"/>
          <p:cNvSpPr/>
          <p:nvPr/>
        </p:nvSpPr>
        <p:spPr>
          <a:xfrm>
            <a:off x="8858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65"/>
          <p:cNvSpPr/>
          <p:nvPr/>
        </p:nvSpPr>
        <p:spPr>
          <a:xfrm>
            <a:off x="8858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Shape 466"/>
          <p:cNvSpPr/>
          <p:nvPr/>
        </p:nvSpPr>
        <p:spPr>
          <a:xfrm>
            <a:off x="9239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467"/>
          <p:cNvSpPr/>
          <p:nvPr/>
        </p:nvSpPr>
        <p:spPr>
          <a:xfrm>
            <a:off x="9239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468"/>
          <p:cNvSpPr/>
          <p:nvPr/>
        </p:nvSpPr>
        <p:spPr>
          <a:xfrm>
            <a:off x="9239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69"/>
          <p:cNvSpPr/>
          <p:nvPr/>
        </p:nvSpPr>
        <p:spPr>
          <a:xfrm>
            <a:off x="9239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Shape 470"/>
          <p:cNvSpPr/>
          <p:nvPr/>
        </p:nvSpPr>
        <p:spPr>
          <a:xfrm>
            <a:off x="9239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71"/>
          <p:cNvSpPr/>
          <p:nvPr/>
        </p:nvSpPr>
        <p:spPr>
          <a:xfrm>
            <a:off x="9239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Shape 472"/>
          <p:cNvSpPr/>
          <p:nvPr/>
        </p:nvSpPr>
        <p:spPr>
          <a:xfrm>
            <a:off x="9239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Shape 473"/>
          <p:cNvSpPr/>
          <p:nvPr/>
        </p:nvSpPr>
        <p:spPr>
          <a:xfrm>
            <a:off x="9239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474"/>
          <p:cNvSpPr/>
          <p:nvPr/>
        </p:nvSpPr>
        <p:spPr>
          <a:xfrm>
            <a:off x="9239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Shape 475"/>
          <p:cNvSpPr/>
          <p:nvPr/>
        </p:nvSpPr>
        <p:spPr>
          <a:xfrm>
            <a:off x="9239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476"/>
          <p:cNvSpPr/>
          <p:nvPr/>
        </p:nvSpPr>
        <p:spPr>
          <a:xfrm>
            <a:off x="9239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477"/>
          <p:cNvSpPr/>
          <p:nvPr/>
        </p:nvSpPr>
        <p:spPr>
          <a:xfrm>
            <a:off x="9239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Shape 478"/>
          <p:cNvSpPr/>
          <p:nvPr/>
        </p:nvSpPr>
        <p:spPr>
          <a:xfrm>
            <a:off x="9239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479"/>
          <p:cNvSpPr/>
          <p:nvPr/>
        </p:nvSpPr>
        <p:spPr>
          <a:xfrm>
            <a:off x="9239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480"/>
          <p:cNvSpPr/>
          <p:nvPr/>
        </p:nvSpPr>
        <p:spPr>
          <a:xfrm>
            <a:off x="9239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Shape 481"/>
          <p:cNvSpPr/>
          <p:nvPr/>
        </p:nvSpPr>
        <p:spPr>
          <a:xfrm>
            <a:off x="9239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4" name="Shape 482"/>
          <p:cNvSpPr/>
          <p:nvPr/>
        </p:nvSpPr>
        <p:spPr>
          <a:xfrm>
            <a:off x="9239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Shape 483"/>
          <p:cNvSpPr/>
          <p:nvPr/>
        </p:nvSpPr>
        <p:spPr>
          <a:xfrm>
            <a:off x="9239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Shape 484"/>
          <p:cNvSpPr/>
          <p:nvPr/>
        </p:nvSpPr>
        <p:spPr>
          <a:xfrm>
            <a:off x="9620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Shape 485"/>
          <p:cNvSpPr/>
          <p:nvPr/>
        </p:nvSpPr>
        <p:spPr>
          <a:xfrm>
            <a:off x="9620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8" name="Shape 486"/>
          <p:cNvSpPr/>
          <p:nvPr/>
        </p:nvSpPr>
        <p:spPr>
          <a:xfrm>
            <a:off x="9620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Shape 487"/>
          <p:cNvSpPr/>
          <p:nvPr/>
        </p:nvSpPr>
        <p:spPr>
          <a:xfrm>
            <a:off x="9620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0" name="Shape 488"/>
          <p:cNvSpPr/>
          <p:nvPr/>
        </p:nvSpPr>
        <p:spPr>
          <a:xfrm>
            <a:off x="9620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hape 489"/>
          <p:cNvSpPr/>
          <p:nvPr/>
        </p:nvSpPr>
        <p:spPr>
          <a:xfrm>
            <a:off x="9620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490"/>
          <p:cNvSpPr/>
          <p:nvPr/>
        </p:nvSpPr>
        <p:spPr>
          <a:xfrm>
            <a:off x="9620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Shape 491"/>
          <p:cNvSpPr/>
          <p:nvPr/>
        </p:nvSpPr>
        <p:spPr>
          <a:xfrm>
            <a:off x="9620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492"/>
          <p:cNvSpPr/>
          <p:nvPr/>
        </p:nvSpPr>
        <p:spPr>
          <a:xfrm>
            <a:off x="9620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Shape 493"/>
          <p:cNvSpPr/>
          <p:nvPr/>
        </p:nvSpPr>
        <p:spPr>
          <a:xfrm>
            <a:off x="9620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494"/>
          <p:cNvSpPr/>
          <p:nvPr/>
        </p:nvSpPr>
        <p:spPr>
          <a:xfrm>
            <a:off x="9620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Shape 495"/>
          <p:cNvSpPr/>
          <p:nvPr/>
        </p:nvSpPr>
        <p:spPr>
          <a:xfrm>
            <a:off x="9620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Shape 496"/>
          <p:cNvSpPr/>
          <p:nvPr/>
        </p:nvSpPr>
        <p:spPr>
          <a:xfrm>
            <a:off x="9620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9" name="Shape 497"/>
          <p:cNvSpPr/>
          <p:nvPr/>
        </p:nvSpPr>
        <p:spPr>
          <a:xfrm>
            <a:off x="9620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0" name="Shape 498"/>
          <p:cNvSpPr/>
          <p:nvPr/>
        </p:nvSpPr>
        <p:spPr>
          <a:xfrm>
            <a:off x="9620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1" name="Shape 499"/>
          <p:cNvSpPr/>
          <p:nvPr/>
        </p:nvSpPr>
        <p:spPr>
          <a:xfrm>
            <a:off x="9620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Shape 500"/>
          <p:cNvSpPr/>
          <p:nvPr/>
        </p:nvSpPr>
        <p:spPr>
          <a:xfrm>
            <a:off x="9620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Shape 501"/>
          <p:cNvSpPr/>
          <p:nvPr/>
        </p:nvSpPr>
        <p:spPr>
          <a:xfrm>
            <a:off x="9620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4" name="Shape 502"/>
          <p:cNvSpPr/>
          <p:nvPr/>
        </p:nvSpPr>
        <p:spPr>
          <a:xfrm>
            <a:off x="10001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Shape 503"/>
          <p:cNvSpPr/>
          <p:nvPr/>
        </p:nvSpPr>
        <p:spPr>
          <a:xfrm>
            <a:off x="10001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6" name="Shape 504"/>
          <p:cNvSpPr/>
          <p:nvPr/>
        </p:nvSpPr>
        <p:spPr>
          <a:xfrm>
            <a:off x="10001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Shape 505"/>
          <p:cNvSpPr/>
          <p:nvPr/>
        </p:nvSpPr>
        <p:spPr>
          <a:xfrm>
            <a:off x="10001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Shape 506"/>
          <p:cNvSpPr/>
          <p:nvPr/>
        </p:nvSpPr>
        <p:spPr>
          <a:xfrm>
            <a:off x="10001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9" name="Shape 507"/>
          <p:cNvSpPr/>
          <p:nvPr/>
        </p:nvSpPr>
        <p:spPr>
          <a:xfrm>
            <a:off x="10001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hape 508"/>
          <p:cNvSpPr/>
          <p:nvPr/>
        </p:nvSpPr>
        <p:spPr>
          <a:xfrm>
            <a:off x="10001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Shape 509"/>
          <p:cNvSpPr/>
          <p:nvPr/>
        </p:nvSpPr>
        <p:spPr>
          <a:xfrm>
            <a:off x="10001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Shape 510"/>
          <p:cNvSpPr/>
          <p:nvPr/>
        </p:nvSpPr>
        <p:spPr>
          <a:xfrm>
            <a:off x="10001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3" name="Shape 511"/>
          <p:cNvSpPr/>
          <p:nvPr/>
        </p:nvSpPr>
        <p:spPr>
          <a:xfrm>
            <a:off x="10001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Shape 512"/>
          <p:cNvSpPr/>
          <p:nvPr/>
        </p:nvSpPr>
        <p:spPr>
          <a:xfrm>
            <a:off x="10001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5" name="Shape 513"/>
          <p:cNvSpPr/>
          <p:nvPr/>
        </p:nvSpPr>
        <p:spPr>
          <a:xfrm>
            <a:off x="10001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6" name="Shape 514"/>
          <p:cNvSpPr/>
          <p:nvPr/>
        </p:nvSpPr>
        <p:spPr>
          <a:xfrm>
            <a:off x="10001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Shape 515"/>
          <p:cNvSpPr/>
          <p:nvPr/>
        </p:nvSpPr>
        <p:spPr>
          <a:xfrm>
            <a:off x="10001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8" name="Shape 516"/>
          <p:cNvSpPr/>
          <p:nvPr/>
        </p:nvSpPr>
        <p:spPr>
          <a:xfrm>
            <a:off x="10001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9" name="Shape 517"/>
          <p:cNvSpPr/>
          <p:nvPr/>
        </p:nvSpPr>
        <p:spPr>
          <a:xfrm>
            <a:off x="10001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0" name="Shape 518"/>
          <p:cNvSpPr/>
          <p:nvPr/>
        </p:nvSpPr>
        <p:spPr>
          <a:xfrm>
            <a:off x="10001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1" name="Shape 519"/>
          <p:cNvSpPr/>
          <p:nvPr/>
        </p:nvSpPr>
        <p:spPr>
          <a:xfrm>
            <a:off x="10001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Shape 520"/>
          <p:cNvSpPr/>
          <p:nvPr/>
        </p:nvSpPr>
        <p:spPr>
          <a:xfrm>
            <a:off x="10382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3" name="Shape 521"/>
          <p:cNvSpPr/>
          <p:nvPr/>
        </p:nvSpPr>
        <p:spPr>
          <a:xfrm>
            <a:off x="10382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4" name="Shape 522"/>
          <p:cNvSpPr/>
          <p:nvPr/>
        </p:nvSpPr>
        <p:spPr>
          <a:xfrm>
            <a:off x="10382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Shape 523"/>
          <p:cNvSpPr/>
          <p:nvPr/>
        </p:nvSpPr>
        <p:spPr>
          <a:xfrm>
            <a:off x="10382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6" name="Shape 524"/>
          <p:cNvSpPr/>
          <p:nvPr/>
        </p:nvSpPr>
        <p:spPr>
          <a:xfrm>
            <a:off x="10382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7" name="Shape 525"/>
          <p:cNvSpPr/>
          <p:nvPr/>
        </p:nvSpPr>
        <p:spPr>
          <a:xfrm>
            <a:off x="10382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8" name="Shape 526"/>
          <p:cNvSpPr/>
          <p:nvPr/>
        </p:nvSpPr>
        <p:spPr>
          <a:xfrm>
            <a:off x="10382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9" name="Shape 527"/>
          <p:cNvSpPr/>
          <p:nvPr/>
        </p:nvSpPr>
        <p:spPr>
          <a:xfrm>
            <a:off x="10382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0" name="Shape 528"/>
          <p:cNvSpPr/>
          <p:nvPr/>
        </p:nvSpPr>
        <p:spPr>
          <a:xfrm>
            <a:off x="10382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1" name="Shape 529"/>
          <p:cNvSpPr/>
          <p:nvPr/>
        </p:nvSpPr>
        <p:spPr>
          <a:xfrm>
            <a:off x="10382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2" name="Shape 530"/>
          <p:cNvSpPr/>
          <p:nvPr/>
        </p:nvSpPr>
        <p:spPr>
          <a:xfrm>
            <a:off x="10382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3" name="Shape 531"/>
          <p:cNvSpPr/>
          <p:nvPr/>
        </p:nvSpPr>
        <p:spPr>
          <a:xfrm>
            <a:off x="10382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4" name="Shape 532"/>
          <p:cNvSpPr/>
          <p:nvPr/>
        </p:nvSpPr>
        <p:spPr>
          <a:xfrm>
            <a:off x="10382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5" name="Shape 533"/>
          <p:cNvSpPr/>
          <p:nvPr/>
        </p:nvSpPr>
        <p:spPr>
          <a:xfrm>
            <a:off x="10382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6" name="Shape 534"/>
          <p:cNvSpPr/>
          <p:nvPr/>
        </p:nvSpPr>
        <p:spPr>
          <a:xfrm>
            <a:off x="10382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7" name="Shape 535"/>
          <p:cNvSpPr/>
          <p:nvPr/>
        </p:nvSpPr>
        <p:spPr>
          <a:xfrm>
            <a:off x="10382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8" name="Shape 536"/>
          <p:cNvSpPr/>
          <p:nvPr/>
        </p:nvSpPr>
        <p:spPr>
          <a:xfrm>
            <a:off x="10382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9" name="Shape 537"/>
          <p:cNvSpPr/>
          <p:nvPr/>
        </p:nvSpPr>
        <p:spPr>
          <a:xfrm>
            <a:off x="10382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Shape 538"/>
          <p:cNvSpPr/>
          <p:nvPr/>
        </p:nvSpPr>
        <p:spPr>
          <a:xfrm>
            <a:off x="10763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1" name="Shape 539"/>
          <p:cNvSpPr/>
          <p:nvPr/>
        </p:nvSpPr>
        <p:spPr>
          <a:xfrm>
            <a:off x="10763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2" name="Shape 540"/>
          <p:cNvSpPr/>
          <p:nvPr/>
        </p:nvSpPr>
        <p:spPr>
          <a:xfrm>
            <a:off x="10763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3" name="Shape 541"/>
          <p:cNvSpPr/>
          <p:nvPr/>
        </p:nvSpPr>
        <p:spPr>
          <a:xfrm>
            <a:off x="10763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4" name="Shape 542"/>
          <p:cNvSpPr/>
          <p:nvPr/>
        </p:nvSpPr>
        <p:spPr>
          <a:xfrm>
            <a:off x="10763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5" name="Shape 543"/>
          <p:cNvSpPr/>
          <p:nvPr/>
        </p:nvSpPr>
        <p:spPr>
          <a:xfrm>
            <a:off x="10763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6" name="Shape 544"/>
          <p:cNvSpPr/>
          <p:nvPr/>
        </p:nvSpPr>
        <p:spPr>
          <a:xfrm>
            <a:off x="10763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7" name="Shape 545"/>
          <p:cNvSpPr/>
          <p:nvPr/>
        </p:nvSpPr>
        <p:spPr>
          <a:xfrm>
            <a:off x="10763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8" name="Shape 546"/>
          <p:cNvSpPr/>
          <p:nvPr/>
        </p:nvSpPr>
        <p:spPr>
          <a:xfrm>
            <a:off x="10763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9" name="Shape 547"/>
          <p:cNvSpPr/>
          <p:nvPr/>
        </p:nvSpPr>
        <p:spPr>
          <a:xfrm>
            <a:off x="10763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0" name="Shape 548"/>
          <p:cNvSpPr/>
          <p:nvPr/>
        </p:nvSpPr>
        <p:spPr>
          <a:xfrm>
            <a:off x="10763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1" name="Shape 549"/>
          <p:cNvSpPr/>
          <p:nvPr/>
        </p:nvSpPr>
        <p:spPr>
          <a:xfrm>
            <a:off x="10763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2" name="Shape 550"/>
          <p:cNvSpPr/>
          <p:nvPr/>
        </p:nvSpPr>
        <p:spPr>
          <a:xfrm>
            <a:off x="10763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3" name="Shape 551"/>
          <p:cNvSpPr/>
          <p:nvPr/>
        </p:nvSpPr>
        <p:spPr>
          <a:xfrm>
            <a:off x="10763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4" name="Shape 552"/>
          <p:cNvSpPr/>
          <p:nvPr/>
        </p:nvSpPr>
        <p:spPr>
          <a:xfrm>
            <a:off x="10763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5" name="Shape 553"/>
          <p:cNvSpPr/>
          <p:nvPr/>
        </p:nvSpPr>
        <p:spPr>
          <a:xfrm>
            <a:off x="10763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6" name="Shape 554"/>
          <p:cNvSpPr/>
          <p:nvPr/>
        </p:nvSpPr>
        <p:spPr>
          <a:xfrm>
            <a:off x="10763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7" name="Shape 555"/>
          <p:cNvSpPr/>
          <p:nvPr/>
        </p:nvSpPr>
        <p:spPr>
          <a:xfrm>
            <a:off x="10763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Shape 556"/>
          <p:cNvSpPr/>
          <p:nvPr/>
        </p:nvSpPr>
        <p:spPr>
          <a:xfrm>
            <a:off x="11144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9" name="Shape 557"/>
          <p:cNvSpPr/>
          <p:nvPr/>
        </p:nvSpPr>
        <p:spPr>
          <a:xfrm>
            <a:off x="11144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0" name="Shape 558"/>
          <p:cNvSpPr/>
          <p:nvPr/>
        </p:nvSpPr>
        <p:spPr>
          <a:xfrm>
            <a:off x="11144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1" name="Shape 559"/>
          <p:cNvSpPr/>
          <p:nvPr/>
        </p:nvSpPr>
        <p:spPr>
          <a:xfrm>
            <a:off x="11144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2" name="Shape 560"/>
          <p:cNvSpPr/>
          <p:nvPr/>
        </p:nvSpPr>
        <p:spPr>
          <a:xfrm>
            <a:off x="11144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3" name="Shape 561"/>
          <p:cNvSpPr/>
          <p:nvPr/>
        </p:nvSpPr>
        <p:spPr>
          <a:xfrm>
            <a:off x="11144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4" name="Shape 562"/>
          <p:cNvSpPr/>
          <p:nvPr/>
        </p:nvSpPr>
        <p:spPr>
          <a:xfrm>
            <a:off x="11144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5" name="Shape 563"/>
          <p:cNvSpPr/>
          <p:nvPr/>
        </p:nvSpPr>
        <p:spPr>
          <a:xfrm>
            <a:off x="11144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6" name="Shape 564"/>
          <p:cNvSpPr/>
          <p:nvPr/>
        </p:nvSpPr>
        <p:spPr>
          <a:xfrm>
            <a:off x="11144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7" name="Shape 565"/>
          <p:cNvSpPr/>
          <p:nvPr/>
        </p:nvSpPr>
        <p:spPr>
          <a:xfrm>
            <a:off x="11144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8" name="Shape 566"/>
          <p:cNvSpPr/>
          <p:nvPr/>
        </p:nvSpPr>
        <p:spPr>
          <a:xfrm>
            <a:off x="11144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9" name="Shape 567"/>
          <p:cNvSpPr/>
          <p:nvPr/>
        </p:nvSpPr>
        <p:spPr>
          <a:xfrm>
            <a:off x="11144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Shape 568"/>
          <p:cNvSpPr/>
          <p:nvPr/>
        </p:nvSpPr>
        <p:spPr>
          <a:xfrm>
            <a:off x="11144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1" name="Shape 569"/>
          <p:cNvSpPr/>
          <p:nvPr/>
        </p:nvSpPr>
        <p:spPr>
          <a:xfrm>
            <a:off x="11144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2" name="Shape 570"/>
          <p:cNvSpPr/>
          <p:nvPr/>
        </p:nvSpPr>
        <p:spPr>
          <a:xfrm>
            <a:off x="11144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3" name="Shape 571"/>
          <p:cNvSpPr/>
          <p:nvPr/>
        </p:nvSpPr>
        <p:spPr>
          <a:xfrm>
            <a:off x="11144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4" name="Shape 572"/>
          <p:cNvSpPr/>
          <p:nvPr/>
        </p:nvSpPr>
        <p:spPr>
          <a:xfrm>
            <a:off x="11144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5" name="Shape 573"/>
          <p:cNvSpPr/>
          <p:nvPr/>
        </p:nvSpPr>
        <p:spPr>
          <a:xfrm>
            <a:off x="11144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6" name="Shape 574"/>
          <p:cNvSpPr/>
          <p:nvPr/>
        </p:nvSpPr>
        <p:spPr>
          <a:xfrm>
            <a:off x="11525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7" name="Shape 575"/>
          <p:cNvSpPr/>
          <p:nvPr/>
        </p:nvSpPr>
        <p:spPr>
          <a:xfrm>
            <a:off x="11525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8" name="Shape 576"/>
          <p:cNvSpPr/>
          <p:nvPr/>
        </p:nvSpPr>
        <p:spPr>
          <a:xfrm>
            <a:off x="11525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9" name="Shape 577"/>
          <p:cNvSpPr/>
          <p:nvPr/>
        </p:nvSpPr>
        <p:spPr>
          <a:xfrm>
            <a:off x="11525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0" name="Shape 578"/>
          <p:cNvSpPr/>
          <p:nvPr/>
        </p:nvSpPr>
        <p:spPr>
          <a:xfrm>
            <a:off x="11525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1" name="Shape 579"/>
          <p:cNvSpPr/>
          <p:nvPr/>
        </p:nvSpPr>
        <p:spPr>
          <a:xfrm>
            <a:off x="11525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2" name="Shape 580"/>
          <p:cNvSpPr/>
          <p:nvPr/>
        </p:nvSpPr>
        <p:spPr>
          <a:xfrm>
            <a:off x="11525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3" name="Shape 581"/>
          <p:cNvSpPr/>
          <p:nvPr/>
        </p:nvSpPr>
        <p:spPr>
          <a:xfrm>
            <a:off x="11525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4" name="Shape 582"/>
          <p:cNvSpPr/>
          <p:nvPr/>
        </p:nvSpPr>
        <p:spPr>
          <a:xfrm>
            <a:off x="11525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5" name="Shape 583"/>
          <p:cNvSpPr/>
          <p:nvPr/>
        </p:nvSpPr>
        <p:spPr>
          <a:xfrm>
            <a:off x="11525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6" name="Shape 584"/>
          <p:cNvSpPr/>
          <p:nvPr/>
        </p:nvSpPr>
        <p:spPr>
          <a:xfrm>
            <a:off x="11525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7" name="Shape 585"/>
          <p:cNvSpPr/>
          <p:nvPr/>
        </p:nvSpPr>
        <p:spPr>
          <a:xfrm>
            <a:off x="11525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8" name="Shape 586"/>
          <p:cNvSpPr/>
          <p:nvPr/>
        </p:nvSpPr>
        <p:spPr>
          <a:xfrm>
            <a:off x="11525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9" name="Shape 587"/>
          <p:cNvSpPr/>
          <p:nvPr/>
        </p:nvSpPr>
        <p:spPr>
          <a:xfrm>
            <a:off x="11525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0" name="Shape 588"/>
          <p:cNvSpPr/>
          <p:nvPr/>
        </p:nvSpPr>
        <p:spPr>
          <a:xfrm>
            <a:off x="11525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1" name="Shape 589"/>
          <p:cNvSpPr/>
          <p:nvPr/>
        </p:nvSpPr>
        <p:spPr>
          <a:xfrm>
            <a:off x="11525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2" name="Shape 590"/>
          <p:cNvSpPr/>
          <p:nvPr/>
        </p:nvSpPr>
        <p:spPr>
          <a:xfrm>
            <a:off x="11525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3" name="Shape 591"/>
          <p:cNvSpPr/>
          <p:nvPr/>
        </p:nvSpPr>
        <p:spPr>
          <a:xfrm>
            <a:off x="11525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Shape 592"/>
          <p:cNvSpPr/>
          <p:nvPr/>
        </p:nvSpPr>
        <p:spPr>
          <a:xfrm>
            <a:off x="11906250" y="9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5" name="Shape 593"/>
          <p:cNvSpPr/>
          <p:nvPr/>
        </p:nvSpPr>
        <p:spPr>
          <a:xfrm>
            <a:off x="11906250" y="47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6" name="Shape 594"/>
          <p:cNvSpPr/>
          <p:nvPr/>
        </p:nvSpPr>
        <p:spPr>
          <a:xfrm>
            <a:off x="11906250" y="85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7" name="Shape 595"/>
          <p:cNvSpPr/>
          <p:nvPr/>
        </p:nvSpPr>
        <p:spPr>
          <a:xfrm>
            <a:off x="11906250" y="123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8" name="Shape 596"/>
          <p:cNvSpPr/>
          <p:nvPr/>
        </p:nvSpPr>
        <p:spPr>
          <a:xfrm>
            <a:off x="11906250" y="161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9" name="Shape 597"/>
          <p:cNvSpPr/>
          <p:nvPr/>
        </p:nvSpPr>
        <p:spPr>
          <a:xfrm>
            <a:off x="11906250" y="200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0" name="Shape 598"/>
          <p:cNvSpPr/>
          <p:nvPr/>
        </p:nvSpPr>
        <p:spPr>
          <a:xfrm>
            <a:off x="11906250" y="238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1" name="Shape 599"/>
          <p:cNvSpPr/>
          <p:nvPr/>
        </p:nvSpPr>
        <p:spPr>
          <a:xfrm>
            <a:off x="11906250" y="276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2" name="Shape 600"/>
          <p:cNvSpPr/>
          <p:nvPr/>
        </p:nvSpPr>
        <p:spPr>
          <a:xfrm>
            <a:off x="11906250" y="3143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3" name="Shape 601"/>
          <p:cNvSpPr/>
          <p:nvPr/>
        </p:nvSpPr>
        <p:spPr>
          <a:xfrm>
            <a:off x="11906250" y="3524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4" name="Shape 602"/>
          <p:cNvSpPr/>
          <p:nvPr/>
        </p:nvSpPr>
        <p:spPr>
          <a:xfrm>
            <a:off x="11906250" y="3905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Shape 603"/>
          <p:cNvSpPr/>
          <p:nvPr/>
        </p:nvSpPr>
        <p:spPr>
          <a:xfrm>
            <a:off x="11906250" y="4286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Shape 604"/>
          <p:cNvSpPr/>
          <p:nvPr/>
        </p:nvSpPr>
        <p:spPr>
          <a:xfrm>
            <a:off x="11906250" y="4667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7" name="Shape 605"/>
          <p:cNvSpPr/>
          <p:nvPr/>
        </p:nvSpPr>
        <p:spPr>
          <a:xfrm>
            <a:off x="11906250" y="5048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8" name="Shape 606"/>
          <p:cNvSpPr/>
          <p:nvPr/>
        </p:nvSpPr>
        <p:spPr>
          <a:xfrm>
            <a:off x="11906250" y="5429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9" name="Shape 607"/>
          <p:cNvSpPr/>
          <p:nvPr/>
        </p:nvSpPr>
        <p:spPr>
          <a:xfrm>
            <a:off x="11906250" y="5810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0" name="Shape 608"/>
          <p:cNvSpPr/>
          <p:nvPr/>
        </p:nvSpPr>
        <p:spPr>
          <a:xfrm>
            <a:off x="11906250" y="6191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1" name="Shape 609"/>
          <p:cNvSpPr/>
          <p:nvPr/>
        </p:nvSpPr>
        <p:spPr>
          <a:xfrm>
            <a:off x="11906250" y="6572250"/>
            <a:ext cx="13716" cy="13716"/>
          </a:xfrm>
          <a:prstGeom prst="ellipse">
            <a:avLst/>
          </a:prstGeom>
          <a:solidFill>
            <a:srgbClr val="1E6FD9">
              <a:alpha val="30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0" name="Shape 618"/>
          <p:cNvSpPr/>
          <p:nvPr/>
        </p:nvSpPr>
        <p:spPr>
          <a:xfrm>
            <a:off x="1866900" y="1390650"/>
            <a:ext cx="76200" cy="76200"/>
          </a:xfrm>
          <a:prstGeom prst="ellipse">
            <a:avLst/>
          </a:prstGeom>
          <a:solidFill>
            <a:srgbClr val="F5A623">
              <a:alpha val="6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1" name="Shape 619"/>
          <p:cNvSpPr/>
          <p:nvPr/>
        </p:nvSpPr>
        <p:spPr>
          <a:xfrm>
            <a:off x="3276600" y="2324100"/>
            <a:ext cx="114300" cy="114300"/>
          </a:xfrm>
          <a:prstGeom prst="ellipse">
            <a:avLst/>
          </a:prstGeom>
          <a:solidFill>
            <a:srgbClr val="1E6FD9">
              <a:alpha val="65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2" name="Shape 620"/>
          <p:cNvSpPr/>
          <p:nvPr/>
        </p:nvSpPr>
        <p:spPr>
          <a:xfrm>
            <a:off x="1993776" y="4248150"/>
            <a:ext cx="76200" cy="76200"/>
          </a:xfrm>
          <a:prstGeom prst="ellipse">
            <a:avLst/>
          </a:prstGeom>
          <a:solidFill>
            <a:srgbClr val="1E6FD9">
              <a:alpha val="65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3" name="Shape 621"/>
          <p:cNvSpPr/>
          <p:nvPr/>
        </p:nvSpPr>
        <p:spPr>
          <a:xfrm>
            <a:off x="10248900" y="1390650"/>
            <a:ext cx="76200" cy="76200"/>
          </a:xfrm>
          <a:prstGeom prst="ellipse">
            <a:avLst/>
          </a:prstGeom>
          <a:solidFill>
            <a:srgbClr val="F5A623">
              <a:alpha val="6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4" name="Shape 622"/>
          <p:cNvSpPr/>
          <p:nvPr/>
        </p:nvSpPr>
        <p:spPr>
          <a:xfrm>
            <a:off x="8801100" y="2324100"/>
            <a:ext cx="114300" cy="114300"/>
          </a:xfrm>
          <a:prstGeom prst="ellipse">
            <a:avLst/>
          </a:prstGeom>
          <a:solidFill>
            <a:srgbClr val="1E6FD9">
              <a:alpha val="65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5" name="Shape 623"/>
          <p:cNvSpPr/>
          <p:nvPr/>
        </p:nvSpPr>
        <p:spPr>
          <a:xfrm>
            <a:off x="10014966" y="4266364"/>
            <a:ext cx="76200" cy="76200"/>
          </a:xfrm>
          <a:prstGeom prst="ellipse">
            <a:avLst/>
          </a:prstGeom>
          <a:solidFill>
            <a:srgbClr val="1E6FD9">
              <a:alpha val="65000"/>
            </a:srgbClr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6" name="Shape 624"/>
          <p:cNvSpPr/>
          <p:nvPr/>
        </p:nvSpPr>
        <p:spPr>
          <a:xfrm>
            <a:off x="8839200" y="2396260"/>
            <a:ext cx="1238250" cy="1928089"/>
          </a:xfrm>
          <a:prstGeom prst="line">
            <a:avLst/>
          </a:prstGeom>
          <a:noFill/>
          <a:ln w="12700">
            <a:solidFill>
              <a:srgbClr val="1E6FD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7" name="Shape 625"/>
          <p:cNvSpPr/>
          <p:nvPr/>
        </p:nvSpPr>
        <p:spPr>
          <a:xfrm flipH="1">
            <a:off x="8858250" y="1437132"/>
            <a:ext cx="1439418" cy="958914"/>
          </a:xfrm>
          <a:prstGeom prst="line">
            <a:avLst/>
          </a:prstGeom>
          <a:noFill/>
          <a:ln w="12700">
            <a:solidFill>
              <a:srgbClr val="1E6FD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0" name="Shape 628"/>
          <p:cNvSpPr/>
          <p:nvPr/>
        </p:nvSpPr>
        <p:spPr>
          <a:xfrm>
            <a:off x="1884507" y="1409700"/>
            <a:ext cx="1478960" cy="985266"/>
          </a:xfrm>
          <a:prstGeom prst="line">
            <a:avLst/>
          </a:prstGeom>
          <a:noFill/>
          <a:ln w="12700">
            <a:solidFill>
              <a:srgbClr val="1E6F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1" name="Shape 629"/>
          <p:cNvSpPr/>
          <p:nvPr/>
        </p:nvSpPr>
        <p:spPr>
          <a:xfrm flipH="1">
            <a:off x="2041398" y="2396046"/>
            <a:ext cx="1308353" cy="1903920"/>
          </a:xfrm>
          <a:prstGeom prst="line">
            <a:avLst/>
          </a:prstGeom>
          <a:noFill/>
          <a:ln w="12700">
            <a:solidFill>
              <a:srgbClr val="1E6F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5" name="Text 632"/>
          <p:cNvSpPr/>
          <p:nvPr/>
        </p:nvSpPr>
        <p:spPr>
          <a:xfrm>
            <a:off x="3749802" y="2907706"/>
            <a:ext cx="4692396" cy="32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AGENT FRAMEWORK FOR BUSINESS</a:t>
            </a:r>
            <a:endParaRPr lang="en-US" sz="1800" dirty="0"/>
          </a:p>
        </p:txBody>
      </p:sp>
      <p:sp>
        <p:nvSpPr>
          <p:cNvPr id="636" name="Text 633"/>
          <p:cNvSpPr/>
          <p:nvPr/>
        </p:nvSpPr>
        <p:spPr>
          <a:xfrm>
            <a:off x="2834640" y="32461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 AI for Enterprise Data Intelligence</a:t>
            </a:r>
            <a:endParaRPr lang="en-US" dirty="0"/>
          </a:p>
        </p:txBody>
      </p:sp>
      <p:sp>
        <p:nvSpPr>
          <p:cNvPr id="637" name="Shape 634"/>
          <p:cNvSpPr/>
          <p:nvPr/>
        </p:nvSpPr>
        <p:spPr>
          <a:xfrm>
            <a:off x="5554980" y="3813849"/>
            <a:ext cx="7772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647" name="Group 646">
            <a:extLst>
              <a:ext uri="{FF2B5EF4-FFF2-40B4-BE49-F238E27FC236}">
                <a16:creationId xmlns:a16="http://schemas.microsoft.com/office/drawing/2014/main" id="{8384131B-A66D-BA7E-3C37-FC77A8F76A46}"/>
              </a:ext>
            </a:extLst>
          </p:cNvPr>
          <p:cNvGrpSpPr/>
          <p:nvPr/>
        </p:nvGrpSpPr>
        <p:grpSpPr>
          <a:xfrm>
            <a:off x="5696712" y="3918966"/>
            <a:ext cx="557784" cy="73152"/>
            <a:chOff x="5623560" y="3813048"/>
            <a:chExt cx="557784" cy="73152"/>
          </a:xfrm>
        </p:grpSpPr>
        <p:sp>
          <p:nvSpPr>
            <p:cNvPr id="638" name="Shape 635"/>
            <p:cNvSpPr/>
            <p:nvPr/>
          </p:nvSpPr>
          <p:spPr>
            <a:xfrm>
              <a:off x="5623560" y="3813048"/>
              <a:ext cx="73152" cy="73152"/>
            </a:xfrm>
            <a:prstGeom prst="ellipse">
              <a:avLst/>
            </a:prstGeom>
            <a:solidFill>
              <a:srgbClr val="1E6FD9"/>
            </a:solidFill>
            <a:ln w="12700">
              <a:solidFill>
                <a:srgbClr val="1E6F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9" name="Shape 636"/>
            <p:cNvSpPr/>
            <p:nvPr/>
          </p:nvSpPr>
          <p:spPr>
            <a:xfrm>
              <a:off x="5870448" y="3813048"/>
              <a:ext cx="73152" cy="73152"/>
            </a:xfrm>
            <a:prstGeom prst="ellipse">
              <a:avLst/>
            </a:prstGeom>
            <a:solidFill>
              <a:srgbClr val="1E6FD9">
                <a:alpha val="75000"/>
              </a:srgbClr>
            </a:solidFill>
            <a:ln w="12700">
              <a:solidFill>
                <a:srgbClr val="1E6F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0" name="Shape 637"/>
            <p:cNvSpPr/>
            <p:nvPr/>
          </p:nvSpPr>
          <p:spPr>
            <a:xfrm>
              <a:off x="6108192" y="3813048"/>
              <a:ext cx="73152" cy="73152"/>
            </a:xfrm>
            <a:prstGeom prst="ellipse">
              <a:avLst/>
            </a:prstGeom>
            <a:solidFill>
              <a:srgbClr val="1E6FD9">
                <a:alpha val="50000"/>
              </a:srgbClr>
            </a:solidFill>
            <a:ln w="12700">
              <a:solidFill>
                <a:srgbClr val="1E6FD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2" name="Text 638"/>
          <p:cNvSpPr/>
          <p:nvPr/>
        </p:nvSpPr>
        <p:spPr>
          <a:xfrm>
            <a:off x="4087368" y="5948553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Briefing</a:t>
            </a:r>
            <a:endParaRPr lang="en-US" sz="1400" dirty="0"/>
          </a:p>
        </p:txBody>
      </p:sp>
      <p:sp>
        <p:nvSpPr>
          <p:cNvPr id="644" name="Text 639"/>
          <p:cNvSpPr/>
          <p:nvPr/>
        </p:nvSpPr>
        <p:spPr>
          <a:xfrm>
            <a:off x="6053328" y="5948553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 Strategy</a:t>
            </a:r>
            <a:endParaRPr lang="en-US" sz="1400" dirty="0"/>
          </a:p>
        </p:txBody>
      </p:sp>
      <p:sp>
        <p:nvSpPr>
          <p:cNvPr id="646" name="Text 640"/>
          <p:cNvSpPr/>
          <p:nvPr/>
        </p:nvSpPr>
        <p:spPr>
          <a:xfrm>
            <a:off x="8019288" y="5948553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1400" dirty="0"/>
          </a:p>
        </p:txBody>
      </p:sp>
      <p:pic>
        <p:nvPicPr>
          <p:cNvPr id="652" name="Picture 651">
            <a:extLst>
              <a:ext uri="{FF2B5EF4-FFF2-40B4-BE49-F238E27FC236}">
                <a16:creationId xmlns:a16="http://schemas.microsoft.com/office/drawing/2014/main" id="{58CF3112-942F-E80D-3732-97F1C1A5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333" y="178978"/>
            <a:ext cx="1192633" cy="1059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0158CF"/>
          </a:solidFill>
          <a:ln w="12700">
            <a:solidFill>
              <a:srgbClr val="015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3212" y="17907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ea typeface="Montserrat" pitchFamily="34" charset="-122"/>
                <a:cs typeface="Microsoft Tai Le" panose="020B0502040204020203" pitchFamily="34" charset="0"/>
              </a:rPr>
              <a:t>THE </a:t>
            </a:r>
            <a:r>
              <a:rPr lang="en-US" sz="1400" b="1" dirty="0">
                <a:solidFill>
                  <a:srgbClr val="0158CF"/>
                </a:solidFill>
                <a:ea typeface="Lato" panose="020F0502020204030203" pitchFamily="34" charset="0"/>
                <a:cs typeface="Lato" panose="020F0502020204030203" pitchFamily="34" charset="0"/>
              </a:rPr>
              <a:t>PROBLEM</a:t>
            </a:r>
            <a:endParaRPr lang="en-US" sz="1400" dirty="0">
              <a:solidFill>
                <a:srgbClr val="0158CF"/>
              </a:solidFill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3212" y="502899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 Montserrat  Light"/>
                <a:ea typeface="Lato" panose="020F0502020204030203" pitchFamily="34" charset="0"/>
                <a:cs typeface="Lato" panose="020F0502020204030203" pitchFamily="34" charset="0"/>
              </a:rPr>
              <a:t>The Data Intelligence Gap</a:t>
            </a:r>
            <a:endParaRPr lang="en-US" sz="3200" dirty="0">
              <a:latin typeface=" Montserrat  Ligh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166497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200150" y="16840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Latha" panose="020B0604020202020204" pitchFamily="34" charset="0"/>
              </a:rPr>
              <a:t>Data Silos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11580" y="193167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data systems prevent unified business visibility across departments and functions.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71500" y="268909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718D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7030A0"/>
              </a:solidFill>
            </a:endParaRPr>
          </a:p>
        </p:txBody>
      </p:sp>
      <p:sp>
        <p:nvSpPr>
          <p:cNvPr id="16" name="Text 11"/>
          <p:cNvSpPr/>
          <p:nvPr/>
        </p:nvSpPr>
        <p:spPr>
          <a:xfrm>
            <a:off x="1193292" y="2699939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</a:rPr>
              <a:t>Manual</a:t>
            </a:r>
            <a:r>
              <a:rPr lang="en-US" sz="20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b="1" dirty="0">
                <a:solidFill>
                  <a:srgbClr val="0A1628"/>
                </a:solidFill>
                <a:latin typeface="Montserrat" pitchFamily="34" charset="0"/>
              </a:rPr>
              <a:t>Analytics</a:t>
            </a:r>
          </a:p>
        </p:txBody>
      </p:sp>
      <p:sp>
        <p:nvSpPr>
          <p:cNvPr id="17" name="Text 12"/>
          <p:cNvSpPr/>
          <p:nvPr/>
        </p:nvSpPr>
        <p:spPr>
          <a:xfrm>
            <a:off x="1193292" y="295579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75569"/>
                </a:solidFill>
                <a:latin typeface="Montserrat" pitchFamily="34" charset="0"/>
              </a:rPr>
              <a:t>Repetitive manual data gathering and cleaning consume over 40% of valuable analyst time.</a:t>
            </a:r>
          </a:p>
        </p:txBody>
      </p:sp>
      <p:sp>
        <p:nvSpPr>
          <p:cNvPr id="18" name="Shape 13"/>
          <p:cNvSpPr/>
          <p:nvPr/>
        </p:nvSpPr>
        <p:spPr>
          <a:xfrm>
            <a:off x="571500" y="3786378"/>
            <a:ext cx="384235" cy="41671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200150" y="38054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1628"/>
                </a:solidFill>
                <a:latin typeface="Montserrat" pitchFamily="34" charset="0"/>
              </a:rPr>
              <a:t>Slow Decision-Making</a:t>
            </a:r>
          </a:p>
        </p:txBody>
      </p:sp>
      <p:sp>
        <p:nvSpPr>
          <p:cNvPr id="21" name="Text 15"/>
          <p:cNvSpPr/>
          <p:nvPr/>
        </p:nvSpPr>
        <p:spPr>
          <a:xfrm>
            <a:off x="1193292" y="410584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75569"/>
                </a:solidFill>
                <a:latin typeface="Montserrat" pitchFamily="34" charset="0"/>
              </a:rPr>
              <a:t>Critical strategic decisions are delayed by days due to reporting bottlenecks.</a:t>
            </a:r>
          </a:p>
        </p:txBody>
      </p:sp>
      <p:sp>
        <p:nvSpPr>
          <p:cNvPr id="22" name="Shape 16"/>
          <p:cNvSpPr/>
          <p:nvPr/>
        </p:nvSpPr>
        <p:spPr>
          <a:xfrm>
            <a:off x="571500" y="486537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1200150" y="48844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1628"/>
                </a:solidFill>
                <a:latin typeface="Montserrat" pitchFamily="34" charset="0"/>
              </a:rPr>
              <a:t>Complex BI Tools</a:t>
            </a:r>
          </a:p>
        </p:txBody>
      </p:sp>
      <p:sp>
        <p:nvSpPr>
          <p:cNvPr id="25" name="Text 18"/>
          <p:cNvSpPr/>
          <p:nvPr/>
        </p:nvSpPr>
        <p:spPr>
          <a:xfrm>
            <a:off x="1211580" y="516528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75569"/>
                </a:solidFill>
                <a:latin typeface="Montserrat" pitchFamily="34" charset="0"/>
              </a:rPr>
              <a:t>Legacy dashboard tools require specialized technical training, limiting access for leaders.</a:t>
            </a:r>
          </a:p>
        </p:txBody>
      </p:sp>
      <p:sp>
        <p:nvSpPr>
          <p:cNvPr id="26" name="Shape 19"/>
          <p:cNvSpPr/>
          <p:nvPr/>
        </p:nvSpPr>
        <p:spPr>
          <a:xfrm>
            <a:off x="571500" y="598093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1200150" y="59999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1628"/>
                </a:solidFill>
                <a:latin typeface="Montserrat" pitchFamily="34" charset="0"/>
              </a:rPr>
              <a:t>Missed Opportunities</a:t>
            </a:r>
          </a:p>
        </p:txBody>
      </p:sp>
      <p:sp>
        <p:nvSpPr>
          <p:cNvPr id="29" name="Text 21"/>
          <p:cNvSpPr/>
          <p:nvPr/>
        </p:nvSpPr>
        <p:spPr>
          <a:xfrm>
            <a:off x="1211580" y="626305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75569"/>
                </a:solidFill>
                <a:latin typeface="Montserrat" pitchFamily="34" charset="0"/>
              </a:rPr>
              <a:t>Delayed insights result in lost revenue and slower competitive responses.</a:t>
            </a:r>
          </a:p>
        </p:txBody>
      </p:sp>
      <p:sp>
        <p:nvSpPr>
          <p:cNvPr id="30" name="Shape 22"/>
          <p:cNvSpPr/>
          <p:nvPr/>
        </p:nvSpPr>
        <p:spPr>
          <a:xfrm>
            <a:off x="7048500" y="1428750"/>
            <a:ext cx="4476750" cy="4968334"/>
          </a:xfrm>
          <a:prstGeom prst="roundRect">
            <a:avLst>
              <a:gd name="adj" fmla="val 17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7048500" y="1648778"/>
            <a:ext cx="447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CHALLENGE: DATA CHAOS</a:t>
            </a: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8484108" y="248031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9124188" y="248031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9764268" y="248031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7"/>
          <p:cNvSpPr/>
          <p:nvPr/>
        </p:nvSpPr>
        <p:spPr>
          <a:xfrm>
            <a:off x="8460083" y="3102047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8"/>
          <p:cNvSpPr/>
          <p:nvPr/>
        </p:nvSpPr>
        <p:spPr>
          <a:xfrm>
            <a:off x="9124188" y="312039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29"/>
          <p:cNvSpPr/>
          <p:nvPr/>
        </p:nvSpPr>
        <p:spPr>
          <a:xfrm>
            <a:off x="9764268" y="312039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4"/>
          <p:cNvSpPr/>
          <p:nvPr/>
        </p:nvSpPr>
        <p:spPr>
          <a:xfrm>
            <a:off x="7139940" y="4152019"/>
            <a:ext cx="447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 Montserrat (Light/Thin)"/>
                <a:ea typeface="Montserrat" pitchFamily="34" charset="-122"/>
                <a:cs typeface="Montserrat" pitchFamily="34" charset="-120"/>
              </a:rPr>
              <a:t>RESULT: MISSED VALUE</a:t>
            </a:r>
            <a:endParaRPr lang="en-US" sz="1300" dirty="0">
              <a:solidFill>
                <a:srgbClr val="EF4444"/>
              </a:solidFill>
              <a:latin typeface=" Montserrat (Light/Thin)"/>
            </a:endParaRPr>
          </a:p>
        </p:txBody>
      </p:sp>
      <p:sp>
        <p:nvSpPr>
          <p:cNvPr id="50" name="Shape 35"/>
          <p:cNvSpPr/>
          <p:nvPr/>
        </p:nvSpPr>
        <p:spPr>
          <a:xfrm>
            <a:off x="7277100" y="4738878"/>
            <a:ext cx="40195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36"/>
          <p:cNvSpPr/>
          <p:nvPr/>
        </p:nvSpPr>
        <p:spPr>
          <a:xfrm>
            <a:off x="7277100" y="4738878"/>
            <a:ext cx="36576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7"/>
          <p:cNvSpPr/>
          <p:nvPr/>
        </p:nvSpPr>
        <p:spPr>
          <a:xfrm>
            <a:off x="7867003" y="487603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 Montserrat (Light/Thin)"/>
                <a:ea typeface="Montserrat" pitchFamily="34" charset="-122"/>
                <a:cs typeface="Montserrat" pitchFamily="34" charset="-120"/>
              </a:rPr>
              <a:t>Insight Latency</a:t>
            </a:r>
            <a:endParaRPr lang="en-US" sz="1400" dirty="0">
              <a:latin typeface=" Montserrat (Light/Thin)"/>
            </a:endParaRPr>
          </a:p>
        </p:txBody>
      </p:sp>
      <p:sp>
        <p:nvSpPr>
          <p:cNvPr id="54" name="Text 38"/>
          <p:cNvSpPr/>
          <p:nvPr/>
        </p:nvSpPr>
        <p:spPr>
          <a:xfrm>
            <a:off x="7871460" y="510997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to answer simple questions</a:t>
            </a:r>
            <a:endParaRPr lang="en-US" sz="1000" dirty="0"/>
          </a:p>
        </p:txBody>
      </p:sp>
      <p:sp>
        <p:nvSpPr>
          <p:cNvPr id="55" name="Shape 39"/>
          <p:cNvSpPr/>
          <p:nvPr/>
        </p:nvSpPr>
        <p:spPr>
          <a:xfrm>
            <a:off x="7277100" y="5561838"/>
            <a:ext cx="40195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6" name="Shape 40"/>
          <p:cNvSpPr/>
          <p:nvPr/>
        </p:nvSpPr>
        <p:spPr>
          <a:xfrm>
            <a:off x="7277100" y="5561838"/>
            <a:ext cx="36576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1"/>
          <p:cNvSpPr/>
          <p:nvPr/>
        </p:nvSpPr>
        <p:spPr>
          <a:xfrm>
            <a:off x="7871460" y="570490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 Montserrat (Light/Thin)"/>
                <a:ea typeface="Montserrat" pitchFamily="34" charset="-122"/>
                <a:cs typeface="Montserrat" pitchFamily="34" charset="-120"/>
              </a:rPr>
              <a:t>Resource Waste</a:t>
            </a:r>
            <a:endParaRPr lang="en-US" sz="1400" dirty="0">
              <a:latin typeface=" Montserrat (Light/Thin)"/>
            </a:endParaRPr>
          </a:p>
        </p:txBody>
      </p:sp>
      <p:sp>
        <p:nvSpPr>
          <p:cNvPr id="59" name="Text 42"/>
          <p:cNvSpPr/>
          <p:nvPr/>
        </p:nvSpPr>
        <p:spPr>
          <a:xfrm>
            <a:off x="7871460" y="592923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ea typeface="Montserrat" pitchFamily="34" charset="-122"/>
                <a:cs typeface="Montserrat" pitchFamily="34" charset="-120"/>
              </a:rPr>
              <a:t>High cost of manual reporting</a:t>
            </a:r>
            <a:endParaRPr lang="en-US" sz="10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A383358E-9306-2A78-98C7-5D6E24FF4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79" y="3169920"/>
            <a:ext cx="371475" cy="40005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C68711F6-48EB-A96A-F04B-1B44D7662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740" y="3741657"/>
            <a:ext cx="3867150" cy="323850"/>
          </a:xfrm>
          <a:prstGeom prst="rect">
            <a:avLst/>
          </a:prstGeom>
        </p:spPr>
      </p:pic>
      <p:pic>
        <p:nvPicPr>
          <p:cNvPr id="89" name="Graphic 88" descr="Database with solid fill">
            <a:extLst>
              <a:ext uri="{FF2B5EF4-FFF2-40B4-BE49-F238E27FC236}">
                <a16:creationId xmlns:a16="http://schemas.microsoft.com/office/drawing/2014/main" id="{11EAD67C-9DA7-E374-ABAA-15B11A34AA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800" y="1729269"/>
            <a:ext cx="325935" cy="325935"/>
          </a:xfrm>
          <a:prstGeom prst="rect">
            <a:avLst/>
          </a:prstGeom>
        </p:spPr>
      </p:pic>
      <p:pic>
        <p:nvPicPr>
          <p:cNvPr id="91" name="Graphic 90" descr="Scatterplot with solid fill">
            <a:extLst>
              <a:ext uri="{FF2B5EF4-FFF2-40B4-BE49-F238E27FC236}">
                <a16:creationId xmlns:a16="http://schemas.microsoft.com/office/drawing/2014/main" id="{A03F2D8C-ECFE-102F-0C03-B065332D4F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189" y="2741478"/>
            <a:ext cx="365185" cy="365185"/>
          </a:xfrm>
          <a:prstGeom prst="rect">
            <a:avLst/>
          </a:prstGeom>
        </p:spPr>
      </p:pic>
      <p:pic>
        <p:nvPicPr>
          <p:cNvPr id="93" name="Graphic 92" descr="Hourglass 90% with solid fill">
            <a:extLst>
              <a:ext uri="{FF2B5EF4-FFF2-40B4-BE49-F238E27FC236}">
                <a16:creationId xmlns:a16="http://schemas.microsoft.com/office/drawing/2014/main" id="{A803C398-45F2-171B-E5E7-34A66B94E2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010" y="3856009"/>
            <a:ext cx="281118" cy="281118"/>
          </a:xfrm>
          <a:prstGeom prst="rect">
            <a:avLst/>
          </a:prstGeom>
        </p:spPr>
      </p:pic>
      <p:sp>
        <p:nvSpPr>
          <p:cNvPr id="94" name="Shape 13">
            <a:extLst>
              <a:ext uri="{FF2B5EF4-FFF2-40B4-BE49-F238E27FC236}">
                <a16:creationId xmlns:a16="http://schemas.microsoft.com/office/drawing/2014/main" id="{63CBABE8-DB56-8D52-6DC1-CDB5A9A4A176}"/>
              </a:ext>
            </a:extLst>
          </p:cNvPr>
          <p:cNvSpPr/>
          <p:nvPr/>
        </p:nvSpPr>
        <p:spPr>
          <a:xfrm>
            <a:off x="525893" y="4905860"/>
            <a:ext cx="384235" cy="41671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6" name="Graphic 95" descr="Puzzle with solid fill">
            <a:extLst>
              <a:ext uri="{FF2B5EF4-FFF2-40B4-BE49-F238E27FC236}">
                <a16:creationId xmlns:a16="http://schemas.microsoft.com/office/drawing/2014/main" id="{1BF058C7-7F69-CCEE-C327-03439A7928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9372" y="4945094"/>
            <a:ext cx="280988" cy="280988"/>
          </a:xfrm>
          <a:prstGeom prst="rect">
            <a:avLst/>
          </a:prstGeom>
        </p:spPr>
      </p:pic>
      <p:pic>
        <p:nvPicPr>
          <p:cNvPr id="98" name="Graphic 97" descr="Sad face with solid fill with solid fill">
            <a:extLst>
              <a:ext uri="{FF2B5EF4-FFF2-40B4-BE49-F238E27FC236}">
                <a16:creationId xmlns:a16="http://schemas.microsoft.com/office/drawing/2014/main" id="{EEEC3A54-28E0-046E-C6D3-5ED8A9E959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5631" y="6033831"/>
            <a:ext cx="322053" cy="322053"/>
          </a:xfrm>
          <a:prstGeom prst="rect">
            <a:avLst/>
          </a:prstGeom>
        </p:spPr>
      </p:pic>
      <p:pic>
        <p:nvPicPr>
          <p:cNvPr id="99" name="Graphic 98" descr="Database with solid fill">
            <a:extLst>
              <a:ext uri="{FF2B5EF4-FFF2-40B4-BE49-F238E27FC236}">
                <a16:creationId xmlns:a16="http://schemas.microsoft.com/office/drawing/2014/main" id="{56324B87-486C-2AA0-5B84-FDCBCAE5F39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67942" y="3169920"/>
            <a:ext cx="325935" cy="325935"/>
          </a:xfrm>
          <a:prstGeom prst="rect">
            <a:avLst/>
          </a:prstGeom>
        </p:spPr>
      </p:pic>
      <p:pic>
        <p:nvPicPr>
          <p:cNvPr id="101" name="Graphic 100" descr="Cloud with solid fill">
            <a:extLst>
              <a:ext uri="{FF2B5EF4-FFF2-40B4-BE49-F238E27FC236}">
                <a16:creationId xmlns:a16="http://schemas.microsoft.com/office/drawing/2014/main" id="{032DBE46-2B8E-819E-EED2-9996461D7B0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819513" y="2523651"/>
            <a:ext cx="419861" cy="419861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4AECF0E9-FD3E-D1C8-45D2-B02B2F70168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59578" y="2523651"/>
            <a:ext cx="379412" cy="379412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A12453DE-B5A8-FA66-F204-A05D3130201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91814" y="2523651"/>
            <a:ext cx="400051" cy="400051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1DA117EE-B3E5-265D-9816-CFB20F035C8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203821" y="3169920"/>
            <a:ext cx="371086" cy="371086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E5462583-B0E1-7FB5-5CC8-E33EE341B7B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82607" y="4865370"/>
            <a:ext cx="370096" cy="370096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34E3B4AD-511E-9C13-5052-261A7F66665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29777" y="5685375"/>
            <a:ext cx="292516" cy="29251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01217365-8020-A22B-A5CF-CC7B0C25A3A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034712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0158CF"/>
          </a:solidFill>
          <a:ln w="12700">
            <a:solidFill>
              <a:srgbClr val="015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VISION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51282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</a:t>
            </a:r>
            <a:r>
              <a:rPr lang="en-US" sz="3200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the Speed of a Question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161925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200150" y="16383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Natural Language Intelligence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00150" y="1885950"/>
            <a:ext cx="427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 everyday business questions into complex data queries instantly, requiring no technical syntax</a:t>
            </a:r>
            <a:r>
              <a:rPr lang="en-US" sz="16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71500" y="253365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200150" y="25527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1628"/>
                </a:solidFill>
              </a:rPr>
              <a:t>Autonomous Workflows</a:t>
            </a:r>
          </a:p>
        </p:txBody>
      </p:sp>
      <p:sp>
        <p:nvSpPr>
          <p:cNvPr id="17" name="Text 12"/>
          <p:cNvSpPr/>
          <p:nvPr/>
        </p:nvSpPr>
        <p:spPr>
          <a:xfrm>
            <a:off x="1200149" y="2800350"/>
            <a:ext cx="4476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agents autonomously handle repetitive tasks, replacing manual data gathering and cleaning processes.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1500" y="346633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200150" y="34853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Data Layer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200150" y="373303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Connects disjointed silos into a single intelligence layer, accessible through one simple interface.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1500" y="443560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1200150" y="44546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Execution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200150" y="470230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Accelerate time-to-insight from days to seconds, enabling real-time decision making.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71500" y="538657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1200150" y="54056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Democratized Analytics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200150" y="565327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 every business user—from executives to frontline managers—with data science capabilities.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096125" y="1486281"/>
            <a:ext cx="4476750" cy="4772025"/>
          </a:xfrm>
          <a:prstGeom prst="roundRect">
            <a:avLst>
              <a:gd name="adj" fmla="val 17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7096125" y="1613535"/>
            <a:ext cx="447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TRANSFORMATION FLOW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7370445" y="2345055"/>
            <a:ext cx="392811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7553325" y="2509647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/>
          <p:nvPr/>
        </p:nvSpPr>
        <p:spPr>
          <a:xfrm>
            <a:off x="8010525" y="250964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010525" y="2747391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did sales perform in Q3?"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7370445" y="3561207"/>
            <a:ext cx="3928110" cy="749808"/>
          </a:xfrm>
          <a:prstGeom prst="roundRect">
            <a:avLst>
              <a:gd name="adj" fmla="val 9756"/>
            </a:avLst>
          </a:prstGeom>
          <a:solidFill>
            <a:srgbClr val="F0F7FF"/>
          </a:solidFill>
          <a:ln w="12700">
            <a:solidFill>
              <a:srgbClr val="1E6FD9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7553325" y="3744087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1"/>
          <p:cNvSpPr/>
          <p:nvPr/>
        </p:nvSpPr>
        <p:spPr>
          <a:xfrm>
            <a:off x="8010525" y="374408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Agents Process</a:t>
            </a:r>
            <a:endParaRPr lang="en-US" sz="1400" dirty="0"/>
          </a:p>
        </p:txBody>
      </p:sp>
      <p:sp>
        <p:nvSpPr>
          <p:cNvPr id="43" name="Text 32"/>
          <p:cNvSpPr/>
          <p:nvPr/>
        </p:nvSpPr>
        <p:spPr>
          <a:xfrm>
            <a:off x="8010525" y="3981831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Analyze, Query, Calculate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7370445" y="4841367"/>
            <a:ext cx="3928110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5"/>
          <p:cNvSpPr/>
          <p:nvPr/>
        </p:nvSpPr>
        <p:spPr>
          <a:xfrm>
            <a:off x="7553325" y="5015103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6"/>
          <p:cNvSpPr/>
          <p:nvPr/>
        </p:nvSpPr>
        <p:spPr>
          <a:xfrm>
            <a:off x="8010525" y="5005959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Insight</a:t>
            </a:r>
            <a:endParaRPr lang="en-US" sz="1400" dirty="0"/>
          </a:p>
        </p:txBody>
      </p:sp>
      <p:sp>
        <p:nvSpPr>
          <p:cNvPr id="50" name="Text 37"/>
          <p:cNvSpPr/>
          <p:nvPr/>
        </p:nvSpPr>
        <p:spPr>
          <a:xfrm>
            <a:off x="8010525" y="5243703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Actionable answer + Visuals</a:t>
            </a:r>
            <a:endParaRPr lang="en-US" sz="1000" dirty="0"/>
          </a:p>
        </p:txBody>
      </p:sp>
      <p:sp>
        <p:nvSpPr>
          <p:cNvPr id="52" name="Text 38"/>
          <p:cNvSpPr/>
          <p:nvPr/>
        </p:nvSpPr>
        <p:spPr>
          <a:xfrm>
            <a:off x="7885176" y="5709285"/>
            <a:ext cx="280720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Time: &lt; 30 Seconds</a:t>
            </a:r>
            <a:endParaRPr lang="en-US" sz="1200" dirty="0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8CCCC5C9-D499-F563-DB94-1CA07C0D3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603" y="1712745"/>
            <a:ext cx="308841" cy="308841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6A40C116-772E-3900-36E9-F82D982351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746" y="2613660"/>
            <a:ext cx="322707" cy="322707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FE3CFE87-0BED-FA2D-872A-44251861D7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26" y="3529965"/>
            <a:ext cx="296418" cy="296418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EB4F1E5-C355-4528-3FB6-B911D66D63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8746" y="4523924"/>
            <a:ext cx="280555" cy="280555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55D7D439-12ED-0659-29F3-4C736B0A54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347" y="5489378"/>
            <a:ext cx="280555" cy="280555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49160DF2-71B5-408D-FCB1-0B640711DF3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95927" y="2543105"/>
            <a:ext cx="280555" cy="280555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A8FD6929-1257-0280-121F-85ECB0B58A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95926" y="3780455"/>
            <a:ext cx="280555" cy="280555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87328A0F-A01C-ADAF-660C-0E6D3C6B1F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95616" y="5057394"/>
            <a:ext cx="262890" cy="26289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5963040-2469-C063-27AA-0780CDC6D0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34712" y="97418"/>
            <a:ext cx="981075" cy="790575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5018BA2-72DF-F06B-B88A-D8687C59242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198293" y="3155633"/>
            <a:ext cx="272414" cy="27241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95F09C4-9C7A-9422-8AFF-6C34AB354462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9334500" y="3076575"/>
            <a:ext cx="0" cy="123825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45DEEE9-1366-8588-5B01-0EF442F475E5}"/>
              </a:ext>
            </a:extLst>
          </p:cNvPr>
          <p:cNvCxnSpPr>
            <a:stCxn id="39" idx="0"/>
          </p:cNvCxnSpPr>
          <p:nvPr/>
        </p:nvCxnSpPr>
        <p:spPr>
          <a:xfrm>
            <a:off x="9334500" y="356120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ED96637-1F9C-C58B-F8BC-DB0A9CCCB99F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9334500" y="3466338"/>
            <a:ext cx="0" cy="94869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Graphic 80">
            <a:extLst>
              <a:ext uri="{FF2B5EF4-FFF2-40B4-BE49-F238E27FC236}">
                <a16:creationId xmlns:a16="http://schemas.microsoft.com/office/drawing/2014/main" id="{78957E82-C0DA-F6F9-C07C-906E8DAEB1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198293" y="4405884"/>
            <a:ext cx="272414" cy="272414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13B3F2B-663A-36F8-DFE9-D94F009282AF}"/>
              </a:ext>
            </a:extLst>
          </p:cNvPr>
          <p:cNvCxnSpPr>
            <a:cxnSpLocks/>
          </p:cNvCxnSpPr>
          <p:nvPr/>
        </p:nvCxnSpPr>
        <p:spPr>
          <a:xfrm>
            <a:off x="9334500" y="4310253"/>
            <a:ext cx="0" cy="144399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70AD7EE-202D-DDFD-CA2F-8E2C72CD38D9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9334500" y="4669472"/>
            <a:ext cx="0" cy="171895"/>
          </a:xfrm>
          <a:prstGeom prst="line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0158CF"/>
          </a:solidFill>
          <a:ln w="12700">
            <a:solidFill>
              <a:srgbClr val="015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OVERVIEW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95300" y="5242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1671447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" y="177393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10412" y="17236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Ask Question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0412" y="19979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interacts via natural language in the Chat Interface (e.g., “Show Q3 sales”).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5056" y="2568321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3796" y="267004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10412" y="26197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Process Context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0412" y="28940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ChatPipeline parses the request, enriching it with user history and business context.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1500" y="3467290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" y="3566160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10412" y="35158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Route Intent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10412" y="37901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RouterAgent identifies the intent and directs the query to the correct specialized agent.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71500" y="4363402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3796" y="446227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0412" y="44119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 Analysis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10412" y="46863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Specialized agents (e.g., SQLAgent) execute code or queries on live data sources.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71500" y="5267325"/>
            <a:ext cx="292608" cy="29260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3796" y="5358384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10412" y="53080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Insight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10412" y="5652135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are formatted into charts, summaries, or narratives and returned to the user.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81625" y="1773936"/>
            <a:ext cx="6570230" cy="4750689"/>
          </a:xfrm>
          <a:prstGeom prst="roundRect">
            <a:avLst>
              <a:gd name="adj" fmla="val 15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5948553" y="3581413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5875401" y="4295013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5875401" y="4468749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990969" y="3581413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3"/>
          <p:cNvSpPr/>
          <p:nvPr/>
        </p:nvSpPr>
        <p:spPr>
          <a:xfrm>
            <a:off x="6917817" y="4295013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UI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917817" y="4468749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8033385" y="3581413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/>
          <p:nvPr/>
        </p:nvSpPr>
        <p:spPr>
          <a:xfrm>
            <a:off x="7960233" y="4295013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7960233" y="4468749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9075801" y="35612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9"/>
          <p:cNvSpPr/>
          <p:nvPr/>
        </p:nvSpPr>
        <p:spPr>
          <a:xfrm>
            <a:off x="9002649" y="4295013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ROUTER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9002649" y="4468749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Brain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10118217" y="3581413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2"/>
          <p:cNvSpPr/>
          <p:nvPr/>
        </p:nvSpPr>
        <p:spPr>
          <a:xfrm>
            <a:off x="10045065" y="4295013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</a:t>
            </a:r>
            <a:endParaRPr lang="en-US" sz="1100" dirty="0"/>
          </a:p>
        </p:txBody>
      </p:sp>
      <p:sp>
        <p:nvSpPr>
          <p:cNvPr id="56" name="Text 43"/>
          <p:cNvSpPr/>
          <p:nvPr/>
        </p:nvSpPr>
        <p:spPr>
          <a:xfrm>
            <a:off x="10045065" y="4468749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900" dirty="0"/>
          </a:p>
        </p:txBody>
      </p:sp>
      <p:sp>
        <p:nvSpPr>
          <p:cNvPr id="57" name="Shape 44"/>
          <p:cNvSpPr/>
          <p:nvPr/>
        </p:nvSpPr>
        <p:spPr>
          <a:xfrm>
            <a:off x="11160633" y="3581413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5"/>
          <p:cNvSpPr/>
          <p:nvPr/>
        </p:nvSpPr>
        <p:spPr>
          <a:xfrm>
            <a:off x="11087481" y="4295013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100" dirty="0"/>
          </a:p>
        </p:txBody>
      </p:sp>
      <p:sp>
        <p:nvSpPr>
          <p:cNvPr id="60" name="Text 46"/>
          <p:cNvSpPr/>
          <p:nvPr/>
        </p:nvSpPr>
        <p:spPr>
          <a:xfrm>
            <a:off x="11087481" y="4468749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</a:t>
            </a:r>
            <a:endParaRPr lang="en-US" sz="900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06996716-29C3-BA96-383A-E5F6CA524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9734" y="3695371"/>
            <a:ext cx="274320" cy="27432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373FC7F3-9908-BACE-5971-9E50D84E02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3975" y="3695371"/>
            <a:ext cx="274320" cy="27432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EA832E21-F59A-49E9-0509-551D968688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46044" y="3695371"/>
            <a:ext cx="274320" cy="27432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4A5AA08A-CB3A-9D65-CDF4-5E733A12B5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9479" y="3695371"/>
            <a:ext cx="274320" cy="27432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263B0E3-82C6-D8D5-0BC3-471DEBC14F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25380" y="3695371"/>
            <a:ext cx="274320" cy="27432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2A573AD2-5C60-7C5E-B073-9EEF8A638D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83522" y="3695371"/>
            <a:ext cx="274320" cy="274320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3B9CC3F2-02A4-5A5C-230E-AA2D83F7B472}"/>
              </a:ext>
            </a:extLst>
          </p:cNvPr>
          <p:cNvGrpSpPr/>
          <p:nvPr/>
        </p:nvGrpSpPr>
        <p:grpSpPr>
          <a:xfrm>
            <a:off x="6031008" y="2693480"/>
            <a:ext cx="1072967" cy="190500"/>
            <a:chOff x="6013252" y="2211705"/>
            <a:chExt cx="1072967" cy="190500"/>
          </a:xfrm>
        </p:grpSpPr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9E05BD9F-65BE-15C9-C6E6-06543BF04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95719" y="2211705"/>
              <a:ext cx="190500" cy="190500"/>
            </a:xfrm>
            <a:prstGeom prst="rect">
              <a:avLst/>
            </a:prstGeom>
          </p:spPr>
        </p:pic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F524766-1F41-00B2-3EBA-77DCC4D94276}"/>
                </a:ext>
              </a:extLst>
            </p:cNvPr>
            <p:cNvCxnSpPr>
              <a:cxnSpLocks/>
            </p:cNvCxnSpPr>
            <p:nvPr/>
          </p:nvCxnSpPr>
          <p:spPr>
            <a:xfrm>
              <a:off x="6013252" y="2306955"/>
              <a:ext cx="904565" cy="0"/>
            </a:xfrm>
            <a:prstGeom prst="line">
              <a:avLst/>
            </a:prstGeom>
            <a:ln w="190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F14EF2E-4048-9BB1-CD6C-3B99C2FB7F9A}"/>
              </a:ext>
            </a:extLst>
          </p:cNvPr>
          <p:cNvGrpSpPr/>
          <p:nvPr/>
        </p:nvGrpSpPr>
        <p:grpSpPr>
          <a:xfrm>
            <a:off x="7188142" y="2688718"/>
            <a:ext cx="1072967" cy="190500"/>
            <a:chOff x="6013252" y="2211705"/>
            <a:chExt cx="1072967" cy="190500"/>
          </a:xfrm>
        </p:grpSpPr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87B5FD4C-DE4B-6359-7D22-D06CA13CA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95719" y="2211705"/>
              <a:ext cx="190500" cy="190500"/>
            </a:xfrm>
            <a:prstGeom prst="rect">
              <a:avLst/>
            </a:prstGeom>
          </p:spPr>
        </p:pic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D936773-3C4A-7238-5FE8-8D6CFBB6BDDA}"/>
                </a:ext>
              </a:extLst>
            </p:cNvPr>
            <p:cNvCxnSpPr>
              <a:cxnSpLocks/>
            </p:cNvCxnSpPr>
            <p:nvPr/>
          </p:nvCxnSpPr>
          <p:spPr>
            <a:xfrm>
              <a:off x="6013252" y="2306955"/>
              <a:ext cx="904565" cy="0"/>
            </a:xfrm>
            <a:prstGeom prst="line">
              <a:avLst/>
            </a:prstGeom>
            <a:ln w="190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50EE583-F352-F75A-23E0-6551F52FA6FA}"/>
              </a:ext>
            </a:extLst>
          </p:cNvPr>
          <p:cNvGrpSpPr/>
          <p:nvPr/>
        </p:nvGrpSpPr>
        <p:grpSpPr>
          <a:xfrm>
            <a:off x="8389825" y="2704339"/>
            <a:ext cx="1072967" cy="190500"/>
            <a:chOff x="6013252" y="2211705"/>
            <a:chExt cx="1072967" cy="190500"/>
          </a:xfrm>
        </p:grpSpPr>
        <p:pic>
          <p:nvPicPr>
            <p:cNvPr id="95" name="Graphic 94">
              <a:extLst>
                <a:ext uri="{FF2B5EF4-FFF2-40B4-BE49-F238E27FC236}">
                  <a16:creationId xmlns:a16="http://schemas.microsoft.com/office/drawing/2014/main" id="{59A3B82C-DE31-31D5-702A-E792E9AC2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95719" y="2211705"/>
              <a:ext cx="190500" cy="190500"/>
            </a:xfrm>
            <a:prstGeom prst="rect">
              <a:avLst/>
            </a:prstGeom>
          </p:spPr>
        </p:pic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CE2AB93-BE73-97CC-C1FA-899718D64FF3}"/>
                </a:ext>
              </a:extLst>
            </p:cNvPr>
            <p:cNvCxnSpPr>
              <a:cxnSpLocks/>
            </p:cNvCxnSpPr>
            <p:nvPr/>
          </p:nvCxnSpPr>
          <p:spPr>
            <a:xfrm>
              <a:off x="6013252" y="2306955"/>
              <a:ext cx="904565" cy="0"/>
            </a:xfrm>
            <a:prstGeom prst="line">
              <a:avLst/>
            </a:prstGeom>
            <a:ln w="190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CF3F83B-CA0B-3F06-8430-B55053F03506}"/>
              </a:ext>
            </a:extLst>
          </p:cNvPr>
          <p:cNvGrpSpPr/>
          <p:nvPr/>
        </p:nvGrpSpPr>
        <p:grpSpPr>
          <a:xfrm>
            <a:off x="9558722" y="2704339"/>
            <a:ext cx="1072967" cy="190500"/>
            <a:chOff x="6013252" y="2211705"/>
            <a:chExt cx="1072967" cy="190500"/>
          </a:xfrm>
        </p:grpSpPr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99BBF706-F268-5055-27FF-B45654414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95719" y="2211705"/>
              <a:ext cx="190500" cy="190500"/>
            </a:xfrm>
            <a:prstGeom prst="rect">
              <a:avLst/>
            </a:prstGeom>
          </p:spPr>
        </p:pic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919B1DD-837F-FBED-1270-30E0D85FDEC9}"/>
                </a:ext>
              </a:extLst>
            </p:cNvPr>
            <p:cNvCxnSpPr>
              <a:cxnSpLocks/>
            </p:cNvCxnSpPr>
            <p:nvPr/>
          </p:nvCxnSpPr>
          <p:spPr>
            <a:xfrm>
              <a:off x="6013252" y="2306955"/>
              <a:ext cx="904565" cy="0"/>
            </a:xfrm>
            <a:prstGeom prst="line">
              <a:avLst/>
            </a:prstGeom>
            <a:ln w="190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B5E7127-FC33-A259-EC2C-FCA5516F5A5D}"/>
              </a:ext>
            </a:extLst>
          </p:cNvPr>
          <p:cNvGrpSpPr/>
          <p:nvPr/>
        </p:nvGrpSpPr>
        <p:grpSpPr>
          <a:xfrm>
            <a:off x="10748621" y="2702053"/>
            <a:ext cx="1072967" cy="190500"/>
            <a:chOff x="6013252" y="2211705"/>
            <a:chExt cx="1072967" cy="190500"/>
          </a:xfrm>
        </p:grpSpPr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DDAD81B5-BD63-1E57-CC45-0B77BFD1D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95719" y="2211705"/>
              <a:ext cx="190500" cy="190500"/>
            </a:xfrm>
            <a:prstGeom prst="rect">
              <a:avLst/>
            </a:prstGeom>
          </p:spPr>
        </p:pic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DC128D4-F9FD-3094-BF54-1DACF79FD302}"/>
                </a:ext>
              </a:extLst>
            </p:cNvPr>
            <p:cNvCxnSpPr>
              <a:cxnSpLocks/>
            </p:cNvCxnSpPr>
            <p:nvPr/>
          </p:nvCxnSpPr>
          <p:spPr>
            <a:xfrm>
              <a:off x="6013252" y="2306955"/>
              <a:ext cx="904565" cy="0"/>
            </a:xfrm>
            <a:prstGeom prst="line">
              <a:avLst/>
            </a:prstGeom>
            <a:ln w="190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CAF02E02-9C07-1EB1-FFF5-B9F811439D2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67304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0158CF"/>
          </a:solidFill>
          <a:ln w="12700">
            <a:solidFill>
              <a:srgbClr val="015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0931" y="287655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OVERVIEW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5339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Layered Intelligence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809750" y="1333500"/>
            <a:ext cx="85725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09750" y="1333500"/>
            <a:ext cx="4572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716278" y="1541272"/>
            <a:ext cx="219456" cy="21285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775714" y="1605991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028368" y="1449248"/>
            <a:ext cx="2039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INTERFACE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65781" y="1746047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Interaction Layer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50030" y="1498092"/>
            <a:ext cx="6012180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961126" y="1552956"/>
            <a:ext cx="3145536" cy="1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User Interaction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809750" y="2156460"/>
            <a:ext cx="85725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809750" y="2156460"/>
            <a:ext cx="45720" cy="658368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716278" y="2375916"/>
            <a:ext cx="219456" cy="219456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775714" y="2439924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065782" y="2321051"/>
            <a:ext cx="164134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CHATPIPELINE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069897" y="2531820"/>
            <a:ext cx="1641347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Orchestration Layer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644390" y="2357628"/>
            <a:ext cx="1463040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912429" y="2325485"/>
            <a:ext cx="125272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Parsing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336030" y="2357628"/>
            <a:ext cx="1831658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6637782" y="2342597"/>
            <a:ext cx="1572768" cy="187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Management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8436287" y="2360346"/>
            <a:ext cx="1463040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8734234" y="2380349"/>
            <a:ext cx="11155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Check</a:t>
            </a:r>
            <a:endParaRPr lang="en-US" sz="10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0280" y="2851404"/>
            <a:ext cx="91440" cy="9144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1809750" y="2979420"/>
            <a:ext cx="8572500" cy="768096"/>
          </a:xfrm>
          <a:prstGeom prst="roundRect">
            <a:avLst>
              <a:gd name="adj" fmla="val 9524"/>
            </a:avLst>
          </a:prstGeom>
          <a:solidFill>
            <a:srgbClr val="FFFCF5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1809750" y="2979420"/>
            <a:ext cx="4572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1716278" y="3226308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1775714" y="3311652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2065782" y="3144012"/>
            <a:ext cx="1641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ROUTERAGENT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2069897" y="338251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6015990" y="324459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 Classification &amp; Agent Selection</a:t>
            </a:r>
            <a:endParaRPr lang="en-US" sz="10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0280" y="3802380"/>
            <a:ext cx="91440" cy="91440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1809750" y="3912108"/>
            <a:ext cx="85725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9"/>
          <p:cNvSpPr/>
          <p:nvPr/>
        </p:nvSpPr>
        <p:spPr>
          <a:xfrm>
            <a:off x="1809750" y="3912108"/>
            <a:ext cx="45720" cy="987552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0"/>
          <p:cNvSpPr/>
          <p:nvPr/>
        </p:nvSpPr>
        <p:spPr>
          <a:xfrm>
            <a:off x="1722882" y="4285488"/>
            <a:ext cx="219456" cy="219456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1"/>
          <p:cNvSpPr/>
          <p:nvPr/>
        </p:nvSpPr>
        <p:spPr>
          <a:xfrm>
            <a:off x="1775714" y="4351020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43"/>
          <p:cNvSpPr/>
          <p:nvPr/>
        </p:nvSpPr>
        <p:spPr>
          <a:xfrm>
            <a:off x="2069897" y="3877818"/>
            <a:ext cx="245562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SPECIALIZED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AGENTS</a:t>
            </a:r>
            <a:endParaRPr lang="en-US" sz="1600" dirty="0"/>
          </a:p>
        </p:txBody>
      </p:sp>
      <p:sp>
        <p:nvSpPr>
          <p:cNvPr id="55" name="Text 44"/>
          <p:cNvSpPr/>
          <p:nvPr/>
        </p:nvSpPr>
        <p:spPr>
          <a:xfrm>
            <a:off x="2065782" y="432587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Layer</a:t>
            </a:r>
            <a:endParaRPr lang="en-US" sz="1100" dirty="0"/>
          </a:p>
        </p:txBody>
      </p:sp>
      <p:sp>
        <p:nvSpPr>
          <p:cNvPr id="56" name="Shape 45"/>
          <p:cNvSpPr/>
          <p:nvPr/>
        </p:nvSpPr>
        <p:spPr>
          <a:xfrm>
            <a:off x="4050030" y="4177284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6"/>
          <p:cNvSpPr/>
          <p:nvPr/>
        </p:nvSpPr>
        <p:spPr>
          <a:xfrm>
            <a:off x="4159758" y="4497324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Agent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5604510" y="4177284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48"/>
          <p:cNvSpPr/>
          <p:nvPr/>
        </p:nvSpPr>
        <p:spPr>
          <a:xfrm>
            <a:off x="5714238" y="4497324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Agent</a:t>
            </a:r>
            <a:endParaRPr lang="en-US" sz="900" dirty="0"/>
          </a:p>
        </p:txBody>
      </p:sp>
      <p:sp>
        <p:nvSpPr>
          <p:cNvPr id="62" name="Shape 49"/>
          <p:cNvSpPr/>
          <p:nvPr/>
        </p:nvSpPr>
        <p:spPr>
          <a:xfrm>
            <a:off x="7158990" y="4177284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Text 50"/>
          <p:cNvSpPr/>
          <p:nvPr/>
        </p:nvSpPr>
        <p:spPr>
          <a:xfrm>
            <a:off x="7268718" y="4497324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</a:t>
            </a:r>
            <a:endParaRPr lang="en-US" sz="900" dirty="0"/>
          </a:p>
        </p:txBody>
      </p:sp>
      <p:sp>
        <p:nvSpPr>
          <p:cNvPr id="65" name="Shape 51"/>
          <p:cNvSpPr/>
          <p:nvPr/>
        </p:nvSpPr>
        <p:spPr>
          <a:xfrm>
            <a:off x="8713470" y="4177284"/>
            <a:ext cx="12801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2"/>
          <p:cNvSpPr/>
          <p:nvPr/>
        </p:nvSpPr>
        <p:spPr>
          <a:xfrm>
            <a:off x="8823198" y="4497324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</a:t>
            </a:r>
            <a:endParaRPr lang="en-US" sz="900" dirty="0"/>
          </a:p>
        </p:txBody>
      </p:sp>
      <p:sp>
        <p:nvSpPr>
          <p:cNvPr id="69" name="Shape 53"/>
          <p:cNvSpPr/>
          <p:nvPr/>
        </p:nvSpPr>
        <p:spPr>
          <a:xfrm>
            <a:off x="1794510" y="5026152"/>
            <a:ext cx="8587740" cy="82296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54"/>
          <p:cNvSpPr/>
          <p:nvPr/>
        </p:nvSpPr>
        <p:spPr>
          <a:xfrm>
            <a:off x="1809750" y="5064252"/>
            <a:ext cx="4572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55"/>
          <p:cNvSpPr/>
          <p:nvPr/>
        </p:nvSpPr>
        <p:spPr>
          <a:xfrm>
            <a:off x="1690878" y="53202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6"/>
          <p:cNvSpPr/>
          <p:nvPr/>
        </p:nvSpPr>
        <p:spPr>
          <a:xfrm>
            <a:off x="1750314" y="5391607"/>
            <a:ext cx="100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74" name="Text 58"/>
          <p:cNvSpPr/>
          <p:nvPr/>
        </p:nvSpPr>
        <p:spPr>
          <a:xfrm>
            <a:off x="2065782" y="52288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DATA</a:t>
            </a:r>
            <a:endParaRPr lang="en-US" sz="1400" dirty="0"/>
          </a:p>
        </p:txBody>
      </p:sp>
      <p:sp>
        <p:nvSpPr>
          <p:cNvPr id="75" name="Text 59"/>
          <p:cNvSpPr/>
          <p:nvPr/>
        </p:nvSpPr>
        <p:spPr>
          <a:xfrm>
            <a:off x="2065782" y="544830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 Layer</a:t>
            </a:r>
            <a:endParaRPr lang="en-US" sz="1100" dirty="0"/>
          </a:p>
        </p:txBody>
      </p:sp>
      <p:sp>
        <p:nvSpPr>
          <p:cNvPr id="76" name="Shape 60"/>
          <p:cNvSpPr/>
          <p:nvPr/>
        </p:nvSpPr>
        <p:spPr>
          <a:xfrm>
            <a:off x="4203192" y="5252237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233247"/>
          </a:solidFill>
          <a:ln w="12700">
            <a:solidFill>
              <a:srgbClr val="2332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8" name="Text 61"/>
          <p:cNvSpPr/>
          <p:nvPr/>
        </p:nvSpPr>
        <p:spPr>
          <a:xfrm>
            <a:off x="4644390" y="5345887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DBs</a:t>
            </a:r>
            <a:endParaRPr lang="en-US" sz="1000" dirty="0"/>
          </a:p>
        </p:txBody>
      </p:sp>
      <p:sp>
        <p:nvSpPr>
          <p:cNvPr id="87" name="Text 67"/>
          <p:cNvSpPr/>
          <p:nvPr/>
        </p:nvSpPr>
        <p:spPr>
          <a:xfrm>
            <a:off x="9252966" y="5343144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</a:t>
            </a:r>
            <a:endParaRPr lang="en-US" sz="1000" dirty="0"/>
          </a:p>
        </p:txBody>
      </p:sp>
      <p:sp>
        <p:nvSpPr>
          <p:cNvPr id="88" name="Shape 60">
            <a:extLst>
              <a:ext uri="{FF2B5EF4-FFF2-40B4-BE49-F238E27FC236}">
                <a16:creationId xmlns:a16="http://schemas.microsoft.com/office/drawing/2014/main" id="{14D70BC1-00A9-B4AB-8D21-2BF7E773B2EB}"/>
              </a:ext>
            </a:extLst>
          </p:cNvPr>
          <p:cNvSpPr/>
          <p:nvPr/>
        </p:nvSpPr>
        <p:spPr>
          <a:xfrm>
            <a:off x="5695950" y="5252237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233247"/>
          </a:solidFill>
          <a:ln w="12700">
            <a:solidFill>
              <a:srgbClr val="2332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1" name="Text 63"/>
          <p:cNvSpPr/>
          <p:nvPr/>
        </p:nvSpPr>
        <p:spPr>
          <a:xfrm>
            <a:off x="6031992" y="5305044"/>
            <a:ext cx="896112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Spreadsheets</a:t>
            </a:r>
            <a:endParaRPr lang="en-US" sz="1000" dirty="0"/>
          </a:p>
        </p:txBody>
      </p:sp>
      <p:sp>
        <p:nvSpPr>
          <p:cNvPr id="91" name="Shape 60">
            <a:extLst>
              <a:ext uri="{FF2B5EF4-FFF2-40B4-BE49-F238E27FC236}">
                <a16:creationId xmlns:a16="http://schemas.microsoft.com/office/drawing/2014/main" id="{3C5F1EC6-AC43-7E9B-B621-BAC2A5DC77CB}"/>
              </a:ext>
            </a:extLst>
          </p:cNvPr>
          <p:cNvSpPr/>
          <p:nvPr/>
        </p:nvSpPr>
        <p:spPr>
          <a:xfrm>
            <a:off x="7145274" y="5252237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233247"/>
          </a:solidFill>
          <a:ln w="12700">
            <a:solidFill>
              <a:srgbClr val="2332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Shape 60">
            <a:extLst>
              <a:ext uri="{FF2B5EF4-FFF2-40B4-BE49-F238E27FC236}">
                <a16:creationId xmlns:a16="http://schemas.microsoft.com/office/drawing/2014/main" id="{05FE7891-7C4A-B127-0EDD-0513BF38D013}"/>
              </a:ext>
            </a:extLst>
          </p:cNvPr>
          <p:cNvSpPr/>
          <p:nvPr/>
        </p:nvSpPr>
        <p:spPr>
          <a:xfrm>
            <a:off x="8686800" y="5252237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233247"/>
          </a:solidFill>
          <a:ln w="12700">
            <a:solidFill>
              <a:srgbClr val="2332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3" name="Text 63">
            <a:extLst>
              <a:ext uri="{FF2B5EF4-FFF2-40B4-BE49-F238E27FC236}">
                <a16:creationId xmlns:a16="http://schemas.microsoft.com/office/drawing/2014/main" id="{FC2B5198-EACD-41DF-64D1-23AD831B3399}"/>
              </a:ext>
            </a:extLst>
          </p:cNvPr>
          <p:cNvSpPr/>
          <p:nvPr/>
        </p:nvSpPr>
        <p:spPr>
          <a:xfrm>
            <a:off x="7767983" y="5302758"/>
            <a:ext cx="42519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API’s</a:t>
            </a:r>
            <a:endParaRPr lang="en-US" sz="1000" dirty="0"/>
          </a:p>
        </p:txBody>
      </p:sp>
      <p:sp>
        <p:nvSpPr>
          <p:cNvPr id="94" name="Text 63">
            <a:extLst>
              <a:ext uri="{FF2B5EF4-FFF2-40B4-BE49-F238E27FC236}">
                <a16:creationId xmlns:a16="http://schemas.microsoft.com/office/drawing/2014/main" id="{A8B2B3A9-B10B-7AC9-4E24-8B27A9DBF54A}"/>
              </a:ext>
            </a:extLst>
          </p:cNvPr>
          <p:cNvSpPr/>
          <p:nvPr/>
        </p:nvSpPr>
        <p:spPr>
          <a:xfrm>
            <a:off x="9236583" y="5305043"/>
            <a:ext cx="896112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</a:t>
            </a:r>
            <a:endParaRPr lang="en-US" sz="1000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DEA06904-87AD-032B-1CC3-043BA0DB3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7304" y="97418"/>
            <a:ext cx="981075" cy="790575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9DD62012-FB72-374E-3A35-3B3259D37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1591" y="1543126"/>
            <a:ext cx="216789" cy="216789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7738443C-D61E-6D1B-135B-E16B287FD7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5535" y="2342291"/>
            <a:ext cx="190025" cy="190025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2C1904AA-EC63-B7DE-4300-B9945A845A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9900" y="2343531"/>
            <a:ext cx="190500" cy="190500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7A0CD1E3-E637-6365-58FC-E9E472623D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4209" y="2352676"/>
            <a:ext cx="200025" cy="200025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97575539-55B3-8823-1D55-2B46072732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88355" y="3199066"/>
            <a:ext cx="219075" cy="219075"/>
          </a:xfrm>
          <a:prstGeom prst="rect">
            <a:avLst/>
          </a:prstGeom>
        </p:spPr>
      </p:pic>
      <p:pic>
        <p:nvPicPr>
          <p:cNvPr id="107" name="Graphic 106" descr="Database with solid fill">
            <a:extLst>
              <a:ext uri="{FF2B5EF4-FFF2-40B4-BE49-F238E27FC236}">
                <a16:creationId xmlns:a16="http://schemas.microsoft.com/office/drawing/2014/main" id="{E16C5FCC-68B5-99E9-D3E0-A6775631DE9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40827" y="4213624"/>
            <a:ext cx="224499" cy="224499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BE4D4ECA-20AD-AC82-43B5-5E4BC70533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07479" y="4225745"/>
            <a:ext cx="228551" cy="228551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D4B51D14-20C2-98FD-4E1C-263A83FF40C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17786" y="4234199"/>
            <a:ext cx="191497" cy="191497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F9182DA4-82F3-8CB5-AFA4-87EDC1037C2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57537" y="4227956"/>
            <a:ext cx="197739" cy="197739"/>
          </a:xfrm>
          <a:prstGeom prst="rect">
            <a:avLst/>
          </a:prstGeom>
        </p:spPr>
      </p:pic>
      <p:pic>
        <p:nvPicPr>
          <p:cNvPr id="114" name="Graphic 113">
            <a:extLst>
              <a:ext uri="{FF2B5EF4-FFF2-40B4-BE49-F238E27FC236}">
                <a16:creationId xmlns:a16="http://schemas.microsoft.com/office/drawing/2014/main" id="{32C2CF2D-7AE9-0021-CA3B-8726EB9825E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356384" y="5294010"/>
            <a:ext cx="198851" cy="198851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F2268271-B71E-40D2-5F0F-9025035150F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73483" y="5285232"/>
            <a:ext cx="206502" cy="206502"/>
          </a:xfrm>
          <a:prstGeom prst="rect">
            <a:avLst/>
          </a:prstGeom>
        </p:spPr>
      </p:pic>
      <p:pic>
        <p:nvPicPr>
          <p:cNvPr id="117" name="Graphic 116" descr="Cloud with solid fill">
            <a:extLst>
              <a:ext uri="{FF2B5EF4-FFF2-40B4-BE49-F238E27FC236}">
                <a16:creationId xmlns:a16="http://schemas.microsoft.com/office/drawing/2014/main" id="{9F59A757-FA4F-EA9C-101D-8D8439AAB82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33310" y="5228844"/>
            <a:ext cx="293823" cy="293823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AE244B6C-43CA-A260-B093-65E58530CA9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952050" y="5276545"/>
            <a:ext cx="205283" cy="2052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0158CF"/>
          </a:solidFill>
          <a:ln w="12700">
            <a:solidFill>
              <a:srgbClr val="015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AGENT ECOSYSTEM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52450" y="5051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Specialized Intelligence Agents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2450" y="133350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2450" y="133350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53618" y="15529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3618" y="2083308"/>
            <a:ext cx="22170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Agent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3618" y="2357628"/>
            <a:ext cx="221703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Translates natural language questions into complex SQL queries to extract data from enterprise databases.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53618" y="3367278"/>
            <a:ext cx="940308" cy="181570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18323" y="3396234"/>
            <a:ext cx="101089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ACCESS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362325" y="133350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362325" y="133350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563493" y="15529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563493" y="2083308"/>
            <a:ext cx="22170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Analytics Agent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563493" y="2357628"/>
            <a:ext cx="221703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Parses, cleans, and analyzes uploaded Excel/CSV files, performing calculations and pivot-like summaries.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72200" y="133350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172200" y="133350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373368" y="15529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373368" y="2083308"/>
            <a:ext cx="22170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Exploration Agent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373368" y="2357628"/>
            <a:ext cx="221703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Automatically discovers patterns, correlations, and distributions within datasets to reveal hidden trends.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373368" y="3367278"/>
            <a:ext cx="749808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409944" y="341299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8982075" y="133350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8982075" y="133350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9183243" y="15529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9183243" y="2083308"/>
            <a:ext cx="22170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 Agent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9183243" y="2357628"/>
            <a:ext cx="2217039" cy="94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machine learning models to predict future trends, revenue, and KPIs based on historical time-series data.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9183243" y="3367278"/>
            <a:ext cx="749808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9219819" y="341299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552450" y="390525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552450" y="390525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753618" y="412470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735146" y="4655058"/>
            <a:ext cx="2444115" cy="17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Detection Agent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753618" y="4929378"/>
            <a:ext cx="2217039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Identifies statistical outliers and irregularities in data that may indicate fraud, errors, or opportunities.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753618" y="5893308"/>
            <a:ext cx="940308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850179" y="5939028"/>
            <a:ext cx="73380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3362325" y="390525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3362325" y="390525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3563493" y="412470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5"/>
          <p:cNvSpPr/>
          <p:nvPr/>
        </p:nvSpPr>
        <p:spPr>
          <a:xfrm>
            <a:off x="3538346" y="4669536"/>
            <a:ext cx="26521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Segmentation Agent</a:t>
            </a:r>
            <a:endParaRPr lang="en-US" sz="1400" dirty="0"/>
          </a:p>
        </p:txBody>
      </p:sp>
      <p:sp>
        <p:nvSpPr>
          <p:cNvPr id="55" name="Text 46"/>
          <p:cNvSpPr/>
          <p:nvPr/>
        </p:nvSpPr>
        <p:spPr>
          <a:xfrm>
            <a:off x="3563493" y="4929378"/>
            <a:ext cx="2217039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Clusters customers, products, or regions into meaningful segments using unsupervised learning algorithms.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3563493" y="5939028"/>
            <a:ext cx="749808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/>
          <p:nvPr/>
        </p:nvSpPr>
        <p:spPr>
          <a:xfrm>
            <a:off x="3600069" y="598474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6172200" y="390525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0"/>
          <p:cNvSpPr/>
          <p:nvPr/>
        </p:nvSpPr>
        <p:spPr>
          <a:xfrm>
            <a:off x="6172200" y="390525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1"/>
          <p:cNvSpPr/>
          <p:nvPr/>
        </p:nvSpPr>
        <p:spPr>
          <a:xfrm>
            <a:off x="6373368" y="412470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2"/>
          <p:cNvSpPr/>
          <p:nvPr/>
        </p:nvSpPr>
        <p:spPr>
          <a:xfrm>
            <a:off x="6373368" y="4655058"/>
            <a:ext cx="2407539" cy="17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If Simulation Agent</a:t>
            </a:r>
            <a:endParaRPr lang="en-US" sz="1400" dirty="0"/>
          </a:p>
        </p:txBody>
      </p:sp>
      <p:sp>
        <p:nvSpPr>
          <p:cNvPr id="63" name="Text 53"/>
          <p:cNvSpPr/>
          <p:nvPr/>
        </p:nvSpPr>
        <p:spPr>
          <a:xfrm>
            <a:off x="6373368" y="4929378"/>
            <a:ext cx="2217039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 the impact of potential business decisions by running simulations on key variables.</a:t>
            </a:r>
            <a:endParaRPr lang="en-US" sz="1200" dirty="0"/>
          </a:p>
        </p:txBody>
      </p:sp>
      <p:sp>
        <p:nvSpPr>
          <p:cNvPr id="64" name="Shape 54"/>
          <p:cNvSpPr/>
          <p:nvPr/>
        </p:nvSpPr>
        <p:spPr>
          <a:xfrm>
            <a:off x="6373368" y="5939028"/>
            <a:ext cx="940308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5"/>
          <p:cNvSpPr/>
          <p:nvPr/>
        </p:nvSpPr>
        <p:spPr>
          <a:xfrm>
            <a:off x="6409944" y="5984748"/>
            <a:ext cx="803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SIMULATION</a:t>
            </a:r>
            <a:endParaRPr lang="en-US" sz="800" dirty="0"/>
          </a:p>
        </p:txBody>
      </p:sp>
      <p:sp>
        <p:nvSpPr>
          <p:cNvPr id="66" name="Shape 56"/>
          <p:cNvSpPr/>
          <p:nvPr/>
        </p:nvSpPr>
        <p:spPr>
          <a:xfrm>
            <a:off x="8982075" y="3905250"/>
            <a:ext cx="2619375" cy="238125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7"/>
          <p:cNvSpPr/>
          <p:nvPr/>
        </p:nvSpPr>
        <p:spPr>
          <a:xfrm>
            <a:off x="8982075" y="3905250"/>
            <a:ext cx="36576" cy="23812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58"/>
          <p:cNvSpPr/>
          <p:nvPr/>
        </p:nvSpPr>
        <p:spPr>
          <a:xfrm>
            <a:off x="9183243" y="412470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59"/>
          <p:cNvSpPr/>
          <p:nvPr/>
        </p:nvSpPr>
        <p:spPr>
          <a:xfrm>
            <a:off x="9183243" y="4655058"/>
            <a:ext cx="23437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Insight Agent</a:t>
            </a:r>
            <a:endParaRPr lang="en-US" sz="1400" dirty="0"/>
          </a:p>
        </p:txBody>
      </p:sp>
      <p:sp>
        <p:nvSpPr>
          <p:cNvPr id="71" name="Text 60"/>
          <p:cNvSpPr/>
          <p:nvPr/>
        </p:nvSpPr>
        <p:spPr>
          <a:xfrm>
            <a:off x="9183243" y="4929378"/>
            <a:ext cx="2217039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Synthesizes findings from all other agents into concise, strategic narratives for leadership.</a:t>
            </a:r>
            <a:endParaRPr lang="en-US" sz="1200" dirty="0"/>
          </a:p>
        </p:txBody>
      </p:sp>
      <p:sp>
        <p:nvSpPr>
          <p:cNvPr id="72" name="Shape 61"/>
          <p:cNvSpPr/>
          <p:nvPr/>
        </p:nvSpPr>
        <p:spPr>
          <a:xfrm>
            <a:off x="9183243" y="5939028"/>
            <a:ext cx="749808" cy="164592"/>
          </a:xfrm>
          <a:prstGeom prst="roundRect">
            <a:avLst>
              <a:gd name="adj" fmla="val 4444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2"/>
          <p:cNvSpPr/>
          <p:nvPr/>
        </p:nvSpPr>
        <p:spPr>
          <a:xfrm>
            <a:off x="9219819" y="598474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</a:t>
            </a:r>
            <a:endParaRPr lang="en-US" sz="800" dirty="0"/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CF7E6183-5643-6405-B807-8BCD4FB8C374}"/>
              </a:ext>
            </a:extLst>
          </p:cNvPr>
          <p:cNvSpPr/>
          <p:nvPr/>
        </p:nvSpPr>
        <p:spPr>
          <a:xfrm>
            <a:off x="3495675" y="3333643"/>
            <a:ext cx="940308" cy="181570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62B24091-33D6-0C7C-1F12-35C5EC86858D}"/>
              </a:ext>
            </a:extLst>
          </p:cNvPr>
          <p:cNvSpPr/>
          <p:nvPr/>
        </p:nvSpPr>
        <p:spPr>
          <a:xfrm>
            <a:off x="3460380" y="3381133"/>
            <a:ext cx="101089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ACCESS</a:t>
            </a:r>
            <a:endParaRPr lang="en-US" sz="800" dirty="0"/>
          </a:p>
        </p:txBody>
      </p:sp>
      <p:pic>
        <p:nvPicPr>
          <p:cNvPr id="76" name="Graphic 75" descr="Database with solid fill">
            <a:extLst>
              <a:ext uri="{FF2B5EF4-FFF2-40B4-BE49-F238E27FC236}">
                <a16:creationId xmlns:a16="http://schemas.microsoft.com/office/drawing/2014/main" id="{3C4E4728-81E3-BE94-9517-59B3884CA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295" y="1610056"/>
            <a:ext cx="274320" cy="27432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6524019E-6D22-312A-65BA-A082F0861F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0069" y="1598650"/>
            <a:ext cx="274320" cy="274320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DDD4B679-7524-1313-913A-73B16804C3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6520" y="1615994"/>
            <a:ext cx="274320" cy="27432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E6129ACF-EE8A-85E4-4F07-412BC0929B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8300" y="1622068"/>
            <a:ext cx="274320" cy="27432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791049E5-27AD-DFEF-55F6-56BF2C744D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9243" y="4168310"/>
            <a:ext cx="274320" cy="274320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93F38D43-2378-E44E-F71E-1F50DFAAD45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25799" y="4195572"/>
            <a:ext cx="274320" cy="274320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A43D47EC-AC9D-BEB1-3D20-47998E7AA3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80510" y="4168310"/>
            <a:ext cx="274320" cy="27432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DDE1BA18-F723-61AC-2451-F80A617DC7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67306" y="4188714"/>
            <a:ext cx="274320" cy="27432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F2CDFD70-E58D-349E-A06F-3233225CBE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67304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ROUTING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30733" y="4495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RouterAgent: The Brain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851354" y="287744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200150" y="173355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 Recognition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00150" y="1981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Analyzes user queries using LLMs to understand underlying business intent beyond simple keywords.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71500" y="26471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200150" y="266623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Contextual Mapping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200150" y="29138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Dynamically maps requests to the most appropriate specialized agent based on data needs and query type.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1500" y="35798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200150" y="359892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Routing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200150" y="3846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Sub-second decision making to ensure fluid conversation and immediate analysis initiation.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1500" y="45125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1200150" y="453161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Orchestration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200150" y="47792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Coordinates collaboration between multiple agents (e.g., SQL + Forecasting) for complex questions.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71500" y="54452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1200150" y="546430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 Memory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1200150" y="571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Maintains full context across interactions, allowing follow-up questions without re-stating details.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953125" y="1381125"/>
            <a:ext cx="5715000" cy="4953000"/>
          </a:xfrm>
          <a:prstGeom prst="roundRect">
            <a:avLst>
              <a:gd name="adj" fmla="val 14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8371793" y="3106047"/>
            <a:ext cx="2542032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28"/>
          <p:cNvSpPr/>
          <p:nvPr/>
        </p:nvSpPr>
        <p:spPr>
          <a:xfrm>
            <a:off x="7641902" y="1775517"/>
            <a:ext cx="203657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7641902" y="1775517"/>
            <a:ext cx="36576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7759762" y="1885245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8136400" y="1826985"/>
            <a:ext cx="1051854" cy="148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8117390" y="2004332"/>
            <a:ext cx="1652524" cy="20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"Forecast Q4 revenue"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7880756" y="2899029"/>
            <a:ext cx="1739407" cy="530352"/>
          </a:xfrm>
          <a:prstGeom prst="roundRect">
            <a:avLst>
              <a:gd name="adj" fmla="val 1379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8027061" y="3027045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/>
          <p:nvPr/>
        </p:nvSpPr>
        <p:spPr>
          <a:xfrm>
            <a:off x="8362113" y="2998851"/>
            <a:ext cx="1488648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Router Agent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8362113" y="3182979"/>
            <a:ext cx="1204976" cy="136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Analyzing Intent...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6432272" y="4288917"/>
            <a:ext cx="994941" cy="164592"/>
          </a:xfrm>
          <a:prstGeom prst="roundRect">
            <a:avLst>
              <a:gd name="adj" fmla="val 4444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/>
          <p:nvPr/>
        </p:nvSpPr>
        <p:spPr>
          <a:xfrm>
            <a:off x="6472542" y="4261485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Intent</a:t>
            </a:r>
            <a:endParaRPr lang="en-US" sz="800" dirty="0"/>
          </a:p>
        </p:txBody>
      </p:sp>
      <p:sp>
        <p:nvSpPr>
          <p:cNvPr id="49" name="Shape 39"/>
          <p:cNvSpPr/>
          <p:nvPr/>
        </p:nvSpPr>
        <p:spPr>
          <a:xfrm>
            <a:off x="6037706" y="4627245"/>
            <a:ext cx="173668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0"/>
          <p:cNvSpPr/>
          <p:nvPr/>
        </p:nvSpPr>
        <p:spPr>
          <a:xfrm>
            <a:off x="6037707" y="4627245"/>
            <a:ext cx="36576" cy="54864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1"/>
          <p:cNvSpPr/>
          <p:nvPr/>
        </p:nvSpPr>
        <p:spPr>
          <a:xfrm>
            <a:off x="6190361" y="4782693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/>
          <p:nvPr/>
        </p:nvSpPr>
        <p:spPr>
          <a:xfrm>
            <a:off x="6546977" y="4810125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SQLAgent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6514973" y="4970145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Execution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8328005" y="4297299"/>
            <a:ext cx="1088103" cy="164592"/>
          </a:xfrm>
          <a:prstGeom prst="roundRect">
            <a:avLst>
              <a:gd name="adj" fmla="val 4444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5"/>
          <p:cNvSpPr/>
          <p:nvPr/>
        </p:nvSpPr>
        <p:spPr>
          <a:xfrm>
            <a:off x="8355438" y="4338447"/>
            <a:ext cx="96012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 Intent</a:t>
            </a:r>
            <a:endParaRPr lang="en-US" sz="800" dirty="0"/>
          </a:p>
        </p:txBody>
      </p:sp>
      <p:sp>
        <p:nvSpPr>
          <p:cNvPr id="57" name="Shape 46"/>
          <p:cNvSpPr/>
          <p:nvPr/>
        </p:nvSpPr>
        <p:spPr>
          <a:xfrm>
            <a:off x="7993253" y="4627245"/>
            <a:ext cx="1627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7993253" y="4627245"/>
            <a:ext cx="36576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8"/>
          <p:cNvSpPr/>
          <p:nvPr/>
        </p:nvSpPr>
        <p:spPr>
          <a:xfrm>
            <a:off x="8139557" y="4782693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49"/>
          <p:cNvSpPr/>
          <p:nvPr/>
        </p:nvSpPr>
        <p:spPr>
          <a:xfrm>
            <a:off x="8496173" y="4771692"/>
            <a:ext cx="1106424" cy="144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62" name="Text 50"/>
          <p:cNvSpPr/>
          <p:nvPr/>
        </p:nvSpPr>
        <p:spPr>
          <a:xfrm>
            <a:off x="8496173" y="4983861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Model</a:t>
            </a:r>
            <a:endParaRPr lang="en-US" sz="1000" dirty="0"/>
          </a:p>
        </p:txBody>
      </p:sp>
      <p:sp>
        <p:nvSpPr>
          <p:cNvPr id="63" name="Shape 51"/>
          <p:cNvSpPr/>
          <p:nvPr/>
        </p:nvSpPr>
        <p:spPr>
          <a:xfrm>
            <a:off x="10268532" y="4276154"/>
            <a:ext cx="1106424" cy="164592"/>
          </a:xfrm>
          <a:prstGeom prst="roundRect">
            <a:avLst>
              <a:gd name="adj" fmla="val 4444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2"/>
          <p:cNvSpPr/>
          <p:nvPr/>
        </p:nvSpPr>
        <p:spPr>
          <a:xfrm>
            <a:off x="10381151" y="4293172"/>
            <a:ext cx="966373" cy="13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Intent</a:t>
            </a:r>
            <a:endParaRPr lang="en-US" sz="800" dirty="0"/>
          </a:p>
        </p:txBody>
      </p:sp>
      <p:sp>
        <p:nvSpPr>
          <p:cNvPr id="65" name="Shape 53"/>
          <p:cNvSpPr/>
          <p:nvPr/>
        </p:nvSpPr>
        <p:spPr>
          <a:xfrm>
            <a:off x="9831197" y="4627245"/>
            <a:ext cx="177063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54"/>
          <p:cNvSpPr/>
          <p:nvPr/>
        </p:nvSpPr>
        <p:spPr>
          <a:xfrm>
            <a:off x="9828149" y="4627245"/>
            <a:ext cx="36576" cy="54864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5"/>
          <p:cNvSpPr/>
          <p:nvPr/>
        </p:nvSpPr>
        <p:spPr>
          <a:xfrm>
            <a:off x="9964801" y="4764321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6"/>
          <p:cNvSpPr/>
          <p:nvPr/>
        </p:nvSpPr>
        <p:spPr>
          <a:xfrm>
            <a:off x="10282281" y="4751070"/>
            <a:ext cx="1319550" cy="159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Agent</a:t>
            </a:r>
            <a:endParaRPr lang="en-US" sz="1200" dirty="0"/>
          </a:p>
        </p:txBody>
      </p:sp>
      <p:sp>
        <p:nvSpPr>
          <p:cNvPr id="70" name="Text 57"/>
          <p:cNvSpPr/>
          <p:nvPr/>
        </p:nvSpPr>
        <p:spPr>
          <a:xfrm>
            <a:off x="10534269" y="4983861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 Scan</a:t>
            </a:r>
            <a:endParaRPr lang="en-US" sz="10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E1CB455B-E489-4A5C-7311-565F183C5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304" y="97418"/>
            <a:ext cx="981075" cy="790575"/>
          </a:xfrm>
          <a:prstGeom prst="rect">
            <a:avLst/>
          </a:prstGeom>
        </p:spPr>
      </p:pic>
      <p:sp>
        <p:nvSpPr>
          <p:cNvPr id="73" name="Shape 25">
            <a:extLst>
              <a:ext uri="{FF2B5EF4-FFF2-40B4-BE49-F238E27FC236}">
                <a16:creationId xmlns:a16="http://schemas.microsoft.com/office/drawing/2014/main" id="{6115DC45-8E28-6A0E-7304-9A037B8DC1FE}"/>
              </a:ext>
            </a:extLst>
          </p:cNvPr>
          <p:cNvSpPr/>
          <p:nvPr/>
        </p:nvSpPr>
        <p:spPr>
          <a:xfrm flipH="1">
            <a:off x="6599021" y="3106047"/>
            <a:ext cx="2542032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DF057A7C-12BD-EE5C-C951-41F5B3208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862" y="1794473"/>
            <a:ext cx="274320" cy="27432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CFF73FC-37F7-BD91-86E4-EC64BD6864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029" y="2764490"/>
            <a:ext cx="274320" cy="274320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1213E857-4631-FF3E-0D3C-37FDF169A2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075" y="3637602"/>
            <a:ext cx="274320" cy="27432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2C708D03-A2F5-EB4E-0C96-4F793FBDCD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4603" y="4576526"/>
            <a:ext cx="274320" cy="274320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1A5BA8F4-0993-FF2E-0C4E-1D4C47FF98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5196" y="5564886"/>
            <a:ext cx="274320" cy="274320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97B2B574-627B-2DB5-3663-467CD849290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24340" y="3027045"/>
            <a:ext cx="274320" cy="27432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EA221940-985B-6862-105D-016F8DC6445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70279" y="1866957"/>
            <a:ext cx="274320" cy="274320"/>
          </a:xfrm>
          <a:prstGeom prst="rect">
            <a:avLst/>
          </a:prstGeom>
        </p:spPr>
      </p:pic>
      <p:pic>
        <p:nvPicPr>
          <p:cNvPr id="86" name="Graphic 85" descr="Database with solid fill">
            <a:extLst>
              <a:ext uri="{FF2B5EF4-FFF2-40B4-BE49-F238E27FC236}">
                <a16:creationId xmlns:a16="http://schemas.microsoft.com/office/drawing/2014/main" id="{ADFD26D7-BABA-37FC-D04C-69A5E19B0E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22365" y="4832624"/>
            <a:ext cx="182880" cy="18288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7799969B-87AB-6CD7-B8C1-8B9E957D9C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71824" y="4825769"/>
            <a:ext cx="191497" cy="191497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FE855082-8233-33BD-9FC5-C92915370EF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01757" y="4809921"/>
            <a:ext cx="197739" cy="197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ANALYTICS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52197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 Questions. Get Answers. Instantly.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2069143"/>
            <a:ext cx="3333750" cy="1381125"/>
          </a:xfrm>
          <a:prstGeom prst="roundRect">
            <a:avLst>
              <a:gd name="adj" fmla="val 529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2095500"/>
            <a:ext cx="36576" cy="1381125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38200" y="238125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Zero-Code Analytics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7008" y="2568091"/>
            <a:ext cx="281930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Allows anyone to query complex data using plain English, removing the technical barrier to entry.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1500" y="36957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90600" y="377799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Analysis &amp; Forecasting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71500" y="41529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90600" y="423519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71500" y="46101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990600" y="469239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Segmentation &amp; Filtering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71500" y="50673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990600" y="514959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Summaries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DC2A30B-E40E-D928-9A88-09643DD92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135" y="1634836"/>
            <a:ext cx="7998794" cy="4296763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242E49DE-2ABF-9385-7199-61C749A25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3746254"/>
            <a:ext cx="274320" cy="27432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1E30A09-6E90-A671-95B2-3E3B11214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" y="4162044"/>
            <a:ext cx="274320" cy="27432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89DC4ED-6138-E02F-7936-C3260396D6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500" y="4610100"/>
            <a:ext cx="274320" cy="27432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5550E3D6-E998-BBD0-0B43-5B014C4DAC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1500" y="5065368"/>
            <a:ext cx="274320" cy="27432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651BE42-9154-700F-0BDB-30080D1B4E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7304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ANALYTICS AGENTS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4572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Enterprise-Grade Analytics Capabilities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4651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51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51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4651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4651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4651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51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04651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51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51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04651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04651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04651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04651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04651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04651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04651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04651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04651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04651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04651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04651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04651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04651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04651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804651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04651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04651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04651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04651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804651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04651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04651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04651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04651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04651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22939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22939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822939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22939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822939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822939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822939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822939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822939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822939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822939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822939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822939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822939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822939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822939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822939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822939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822939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822939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822939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822939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822939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822939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822939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822939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822939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822939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822939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822939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822939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822939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822939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822939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822939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822939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41227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841227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841227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841227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841227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841227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841227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841227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841227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841227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841227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841227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841227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841227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841227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841227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841227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841227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841227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841227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841227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841227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841227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841227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841227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841227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841227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6"/>
          <p:cNvSpPr/>
          <p:nvPr/>
        </p:nvSpPr>
        <p:spPr>
          <a:xfrm>
            <a:off x="841227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7"/>
          <p:cNvSpPr/>
          <p:nvPr/>
        </p:nvSpPr>
        <p:spPr>
          <a:xfrm>
            <a:off x="841227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8"/>
          <p:cNvSpPr/>
          <p:nvPr/>
        </p:nvSpPr>
        <p:spPr>
          <a:xfrm>
            <a:off x="841227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841227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841227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1"/>
          <p:cNvSpPr/>
          <p:nvPr/>
        </p:nvSpPr>
        <p:spPr>
          <a:xfrm>
            <a:off x="841227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2"/>
          <p:cNvSpPr/>
          <p:nvPr/>
        </p:nvSpPr>
        <p:spPr>
          <a:xfrm>
            <a:off x="841227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3"/>
          <p:cNvSpPr/>
          <p:nvPr/>
        </p:nvSpPr>
        <p:spPr>
          <a:xfrm>
            <a:off x="841227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4"/>
          <p:cNvSpPr/>
          <p:nvPr/>
        </p:nvSpPr>
        <p:spPr>
          <a:xfrm>
            <a:off x="841227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859515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859515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7"/>
          <p:cNvSpPr/>
          <p:nvPr/>
        </p:nvSpPr>
        <p:spPr>
          <a:xfrm>
            <a:off x="859515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859515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9"/>
          <p:cNvSpPr/>
          <p:nvPr/>
        </p:nvSpPr>
        <p:spPr>
          <a:xfrm>
            <a:off x="859515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0"/>
          <p:cNvSpPr/>
          <p:nvPr/>
        </p:nvSpPr>
        <p:spPr>
          <a:xfrm>
            <a:off x="859515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1"/>
          <p:cNvSpPr/>
          <p:nvPr/>
        </p:nvSpPr>
        <p:spPr>
          <a:xfrm>
            <a:off x="859515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2"/>
          <p:cNvSpPr/>
          <p:nvPr/>
        </p:nvSpPr>
        <p:spPr>
          <a:xfrm>
            <a:off x="859515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3"/>
          <p:cNvSpPr/>
          <p:nvPr/>
        </p:nvSpPr>
        <p:spPr>
          <a:xfrm>
            <a:off x="859515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4"/>
          <p:cNvSpPr/>
          <p:nvPr/>
        </p:nvSpPr>
        <p:spPr>
          <a:xfrm>
            <a:off x="859515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859515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6"/>
          <p:cNvSpPr/>
          <p:nvPr/>
        </p:nvSpPr>
        <p:spPr>
          <a:xfrm>
            <a:off x="859515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7"/>
          <p:cNvSpPr/>
          <p:nvPr/>
        </p:nvSpPr>
        <p:spPr>
          <a:xfrm>
            <a:off x="859515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8"/>
          <p:cNvSpPr/>
          <p:nvPr/>
        </p:nvSpPr>
        <p:spPr>
          <a:xfrm>
            <a:off x="859515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859515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0"/>
          <p:cNvSpPr/>
          <p:nvPr/>
        </p:nvSpPr>
        <p:spPr>
          <a:xfrm>
            <a:off x="859515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1"/>
          <p:cNvSpPr/>
          <p:nvPr/>
        </p:nvSpPr>
        <p:spPr>
          <a:xfrm>
            <a:off x="859515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2"/>
          <p:cNvSpPr/>
          <p:nvPr/>
        </p:nvSpPr>
        <p:spPr>
          <a:xfrm>
            <a:off x="859515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3"/>
          <p:cNvSpPr/>
          <p:nvPr/>
        </p:nvSpPr>
        <p:spPr>
          <a:xfrm>
            <a:off x="859515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4"/>
          <p:cNvSpPr/>
          <p:nvPr/>
        </p:nvSpPr>
        <p:spPr>
          <a:xfrm>
            <a:off x="859515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5"/>
          <p:cNvSpPr/>
          <p:nvPr/>
        </p:nvSpPr>
        <p:spPr>
          <a:xfrm>
            <a:off x="859515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6"/>
          <p:cNvSpPr/>
          <p:nvPr/>
        </p:nvSpPr>
        <p:spPr>
          <a:xfrm>
            <a:off x="859515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7"/>
          <p:cNvSpPr/>
          <p:nvPr/>
        </p:nvSpPr>
        <p:spPr>
          <a:xfrm>
            <a:off x="859515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8"/>
          <p:cNvSpPr/>
          <p:nvPr/>
        </p:nvSpPr>
        <p:spPr>
          <a:xfrm>
            <a:off x="859515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39"/>
          <p:cNvSpPr/>
          <p:nvPr/>
        </p:nvSpPr>
        <p:spPr>
          <a:xfrm>
            <a:off x="859515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0"/>
          <p:cNvSpPr/>
          <p:nvPr/>
        </p:nvSpPr>
        <p:spPr>
          <a:xfrm>
            <a:off x="859515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1"/>
          <p:cNvSpPr/>
          <p:nvPr/>
        </p:nvSpPr>
        <p:spPr>
          <a:xfrm>
            <a:off x="859515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2"/>
          <p:cNvSpPr/>
          <p:nvPr/>
        </p:nvSpPr>
        <p:spPr>
          <a:xfrm>
            <a:off x="859515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3"/>
          <p:cNvSpPr/>
          <p:nvPr/>
        </p:nvSpPr>
        <p:spPr>
          <a:xfrm>
            <a:off x="859515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4"/>
          <p:cNvSpPr/>
          <p:nvPr/>
        </p:nvSpPr>
        <p:spPr>
          <a:xfrm>
            <a:off x="859515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5"/>
          <p:cNvSpPr/>
          <p:nvPr/>
        </p:nvSpPr>
        <p:spPr>
          <a:xfrm>
            <a:off x="859515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6"/>
          <p:cNvSpPr/>
          <p:nvPr/>
        </p:nvSpPr>
        <p:spPr>
          <a:xfrm>
            <a:off x="859515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7"/>
          <p:cNvSpPr/>
          <p:nvPr/>
        </p:nvSpPr>
        <p:spPr>
          <a:xfrm>
            <a:off x="859515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8"/>
          <p:cNvSpPr/>
          <p:nvPr/>
        </p:nvSpPr>
        <p:spPr>
          <a:xfrm>
            <a:off x="859515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49"/>
          <p:cNvSpPr/>
          <p:nvPr/>
        </p:nvSpPr>
        <p:spPr>
          <a:xfrm>
            <a:off x="859515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0"/>
          <p:cNvSpPr/>
          <p:nvPr/>
        </p:nvSpPr>
        <p:spPr>
          <a:xfrm>
            <a:off x="859515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1"/>
          <p:cNvSpPr/>
          <p:nvPr/>
        </p:nvSpPr>
        <p:spPr>
          <a:xfrm>
            <a:off x="877803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2"/>
          <p:cNvSpPr/>
          <p:nvPr/>
        </p:nvSpPr>
        <p:spPr>
          <a:xfrm>
            <a:off x="877803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3"/>
          <p:cNvSpPr/>
          <p:nvPr/>
        </p:nvSpPr>
        <p:spPr>
          <a:xfrm>
            <a:off x="877803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4"/>
          <p:cNvSpPr/>
          <p:nvPr/>
        </p:nvSpPr>
        <p:spPr>
          <a:xfrm>
            <a:off x="877803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5"/>
          <p:cNvSpPr/>
          <p:nvPr/>
        </p:nvSpPr>
        <p:spPr>
          <a:xfrm>
            <a:off x="877803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6"/>
          <p:cNvSpPr/>
          <p:nvPr/>
        </p:nvSpPr>
        <p:spPr>
          <a:xfrm>
            <a:off x="877803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7"/>
          <p:cNvSpPr/>
          <p:nvPr/>
        </p:nvSpPr>
        <p:spPr>
          <a:xfrm>
            <a:off x="877803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8"/>
          <p:cNvSpPr/>
          <p:nvPr/>
        </p:nvSpPr>
        <p:spPr>
          <a:xfrm>
            <a:off x="877803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59"/>
          <p:cNvSpPr/>
          <p:nvPr/>
        </p:nvSpPr>
        <p:spPr>
          <a:xfrm>
            <a:off x="877803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0"/>
          <p:cNvSpPr/>
          <p:nvPr/>
        </p:nvSpPr>
        <p:spPr>
          <a:xfrm>
            <a:off x="877803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1"/>
          <p:cNvSpPr/>
          <p:nvPr/>
        </p:nvSpPr>
        <p:spPr>
          <a:xfrm>
            <a:off x="877803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2"/>
          <p:cNvSpPr/>
          <p:nvPr/>
        </p:nvSpPr>
        <p:spPr>
          <a:xfrm>
            <a:off x="877803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3"/>
          <p:cNvSpPr/>
          <p:nvPr/>
        </p:nvSpPr>
        <p:spPr>
          <a:xfrm>
            <a:off x="877803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4"/>
          <p:cNvSpPr/>
          <p:nvPr/>
        </p:nvSpPr>
        <p:spPr>
          <a:xfrm>
            <a:off x="877803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5"/>
          <p:cNvSpPr/>
          <p:nvPr/>
        </p:nvSpPr>
        <p:spPr>
          <a:xfrm>
            <a:off x="877803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6"/>
          <p:cNvSpPr/>
          <p:nvPr/>
        </p:nvSpPr>
        <p:spPr>
          <a:xfrm>
            <a:off x="877803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7"/>
          <p:cNvSpPr/>
          <p:nvPr/>
        </p:nvSpPr>
        <p:spPr>
          <a:xfrm>
            <a:off x="877803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8"/>
          <p:cNvSpPr/>
          <p:nvPr/>
        </p:nvSpPr>
        <p:spPr>
          <a:xfrm>
            <a:off x="877803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69"/>
          <p:cNvSpPr/>
          <p:nvPr/>
        </p:nvSpPr>
        <p:spPr>
          <a:xfrm>
            <a:off x="877803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0"/>
          <p:cNvSpPr/>
          <p:nvPr/>
        </p:nvSpPr>
        <p:spPr>
          <a:xfrm>
            <a:off x="877803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1"/>
          <p:cNvSpPr/>
          <p:nvPr/>
        </p:nvSpPr>
        <p:spPr>
          <a:xfrm>
            <a:off x="877803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2"/>
          <p:cNvSpPr/>
          <p:nvPr/>
        </p:nvSpPr>
        <p:spPr>
          <a:xfrm>
            <a:off x="877803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3"/>
          <p:cNvSpPr/>
          <p:nvPr/>
        </p:nvSpPr>
        <p:spPr>
          <a:xfrm>
            <a:off x="877803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4"/>
          <p:cNvSpPr/>
          <p:nvPr/>
        </p:nvSpPr>
        <p:spPr>
          <a:xfrm>
            <a:off x="877803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5"/>
          <p:cNvSpPr/>
          <p:nvPr/>
        </p:nvSpPr>
        <p:spPr>
          <a:xfrm>
            <a:off x="877803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6"/>
          <p:cNvSpPr/>
          <p:nvPr/>
        </p:nvSpPr>
        <p:spPr>
          <a:xfrm>
            <a:off x="877803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7"/>
          <p:cNvSpPr/>
          <p:nvPr/>
        </p:nvSpPr>
        <p:spPr>
          <a:xfrm>
            <a:off x="877803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8"/>
          <p:cNvSpPr/>
          <p:nvPr/>
        </p:nvSpPr>
        <p:spPr>
          <a:xfrm>
            <a:off x="877803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79"/>
          <p:cNvSpPr/>
          <p:nvPr/>
        </p:nvSpPr>
        <p:spPr>
          <a:xfrm>
            <a:off x="877803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0"/>
          <p:cNvSpPr/>
          <p:nvPr/>
        </p:nvSpPr>
        <p:spPr>
          <a:xfrm>
            <a:off x="877803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1"/>
          <p:cNvSpPr/>
          <p:nvPr/>
        </p:nvSpPr>
        <p:spPr>
          <a:xfrm>
            <a:off x="877803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2"/>
          <p:cNvSpPr/>
          <p:nvPr/>
        </p:nvSpPr>
        <p:spPr>
          <a:xfrm>
            <a:off x="877803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3"/>
          <p:cNvSpPr/>
          <p:nvPr/>
        </p:nvSpPr>
        <p:spPr>
          <a:xfrm>
            <a:off x="877803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4"/>
          <p:cNvSpPr/>
          <p:nvPr/>
        </p:nvSpPr>
        <p:spPr>
          <a:xfrm>
            <a:off x="877803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5"/>
          <p:cNvSpPr/>
          <p:nvPr/>
        </p:nvSpPr>
        <p:spPr>
          <a:xfrm>
            <a:off x="877803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6"/>
          <p:cNvSpPr/>
          <p:nvPr/>
        </p:nvSpPr>
        <p:spPr>
          <a:xfrm>
            <a:off x="877803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7"/>
          <p:cNvSpPr/>
          <p:nvPr/>
        </p:nvSpPr>
        <p:spPr>
          <a:xfrm>
            <a:off x="896091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8"/>
          <p:cNvSpPr/>
          <p:nvPr/>
        </p:nvSpPr>
        <p:spPr>
          <a:xfrm>
            <a:off x="896091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89"/>
          <p:cNvSpPr/>
          <p:nvPr/>
        </p:nvSpPr>
        <p:spPr>
          <a:xfrm>
            <a:off x="896091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0"/>
          <p:cNvSpPr/>
          <p:nvPr/>
        </p:nvSpPr>
        <p:spPr>
          <a:xfrm>
            <a:off x="896091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1"/>
          <p:cNvSpPr/>
          <p:nvPr/>
        </p:nvSpPr>
        <p:spPr>
          <a:xfrm>
            <a:off x="896091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2"/>
          <p:cNvSpPr/>
          <p:nvPr/>
        </p:nvSpPr>
        <p:spPr>
          <a:xfrm>
            <a:off x="896091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3"/>
          <p:cNvSpPr/>
          <p:nvPr/>
        </p:nvSpPr>
        <p:spPr>
          <a:xfrm>
            <a:off x="896091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4"/>
          <p:cNvSpPr/>
          <p:nvPr/>
        </p:nvSpPr>
        <p:spPr>
          <a:xfrm>
            <a:off x="896091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5"/>
          <p:cNvSpPr/>
          <p:nvPr/>
        </p:nvSpPr>
        <p:spPr>
          <a:xfrm>
            <a:off x="896091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6"/>
          <p:cNvSpPr/>
          <p:nvPr/>
        </p:nvSpPr>
        <p:spPr>
          <a:xfrm>
            <a:off x="896091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7"/>
          <p:cNvSpPr/>
          <p:nvPr/>
        </p:nvSpPr>
        <p:spPr>
          <a:xfrm>
            <a:off x="896091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8"/>
          <p:cNvSpPr/>
          <p:nvPr/>
        </p:nvSpPr>
        <p:spPr>
          <a:xfrm>
            <a:off x="896091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199"/>
          <p:cNvSpPr/>
          <p:nvPr/>
        </p:nvSpPr>
        <p:spPr>
          <a:xfrm>
            <a:off x="896091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0"/>
          <p:cNvSpPr/>
          <p:nvPr/>
        </p:nvSpPr>
        <p:spPr>
          <a:xfrm>
            <a:off x="896091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1"/>
          <p:cNvSpPr/>
          <p:nvPr/>
        </p:nvSpPr>
        <p:spPr>
          <a:xfrm>
            <a:off x="896091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2"/>
          <p:cNvSpPr/>
          <p:nvPr/>
        </p:nvSpPr>
        <p:spPr>
          <a:xfrm>
            <a:off x="896091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3"/>
          <p:cNvSpPr/>
          <p:nvPr/>
        </p:nvSpPr>
        <p:spPr>
          <a:xfrm>
            <a:off x="896091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4"/>
          <p:cNvSpPr/>
          <p:nvPr/>
        </p:nvSpPr>
        <p:spPr>
          <a:xfrm>
            <a:off x="896091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5"/>
          <p:cNvSpPr/>
          <p:nvPr/>
        </p:nvSpPr>
        <p:spPr>
          <a:xfrm>
            <a:off x="896091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6"/>
          <p:cNvSpPr/>
          <p:nvPr/>
        </p:nvSpPr>
        <p:spPr>
          <a:xfrm>
            <a:off x="896091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7"/>
          <p:cNvSpPr/>
          <p:nvPr/>
        </p:nvSpPr>
        <p:spPr>
          <a:xfrm>
            <a:off x="896091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8"/>
          <p:cNvSpPr/>
          <p:nvPr/>
        </p:nvSpPr>
        <p:spPr>
          <a:xfrm>
            <a:off x="896091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09"/>
          <p:cNvSpPr/>
          <p:nvPr/>
        </p:nvSpPr>
        <p:spPr>
          <a:xfrm>
            <a:off x="896091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0"/>
          <p:cNvSpPr/>
          <p:nvPr/>
        </p:nvSpPr>
        <p:spPr>
          <a:xfrm>
            <a:off x="896091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1"/>
          <p:cNvSpPr/>
          <p:nvPr/>
        </p:nvSpPr>
        <p:spPr>
          <a:xfrm>
            <a:off x="896091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2"/>
          <p:cNvSpPr/>
          <p:nvPr/>
        </p:nvSpPr>
        <p:spPr>
          <a:xfrm>
            <a:off x="896091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3"/>
          <p:cNvSpPr/>
          <p:nvPr/>
        </p:nvSpPr>
        <p:spPr>
          <a:xfrm>
            <a:off x="896091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4"/>
          <p:cNvSpPr/>
          <p:nvPr/>
        </p:nvSpPr>
        <p:spPr>
          <a:xfrm>
            <a:off x="896091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5"/>
          <p:cNvSpPr/>
          <p:nvPr/>
        </p:nvSpPr>
        <p:spPr>
          <a:xfrm>
            <a:off x="896091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6"/>
          <p:cNvSpPr/>
          <p:nvPr/>
        </p:nvSpPr>
        <p:spPr>
          <a:xfrm>
            <a:off x="896091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7"/>
          <p:cNvSpPr/>
          <p:nvPr/>
        </p:nvSpPr>
        <p:spPr>
          <a:xfrm>
            <a:off x="896091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8"/>
          <p:cNvSpPr/>
          <p:nvPr/>
        </p:nvSpPr>
        <p:spPr>
          <a:xfrm>
            <a:off x="896091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19"/>
          <p:cNvSpPr/>
          <p:nvPr/>
        </p:nvSpPr>
        <p:spPr>
          <a:xfrm>
            <a:off x="896091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0"/>
          <p:cNvSpPr/>
          <p:nvPr/>
        </p:nvSpPr>
        <p:spPr>
          <a:xfrm>
            <a:off x="896091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1"/>
          <p:cNvSpPr/>
          <p:nvPr/>
        </p:nvSpPr>
        <p:spPr>
          <a:xfrm>
            <a:off x="896091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2"/>
          <p:cNvSpPr/>
          <p:nvPr/>
        </p:nvSpPr>
        <p:spPr>
          <a:xfrm>
            <a:off x="896091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3"/>
          <p:cNvSpPr/>
          <p:nvPr/>
        </p:nvSpPr>
        <p:spPr>
          <a:xfrm>
            <a:off x="914379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4"/>
          <p:cNvSpPr/>
          <p:nvPr/>
        </p:nvSpPr>
        <p:spPr>
          <a:xfrm>
            <a:off x="914379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5"/>
          <p:cNvSpPr/>
          <p:nvPr/>
        </p:nvSpPr>
        <p:spPr>
          <a:xfrm>
            <a:off x="914379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6"/>
          <p:cNvSpPr/>
          <p:nvPr/>
        </p:nvSpPr>
        <p:spPr>
          <a:xfrm>
            <a:off x="914379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7"/>
          <p:cNvSpPr/>
          <p:nvPr/>
        </p:nvSpPr>
        <p:spPr>
          <a:xfrm>
            <a:off x="914379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8"/>
          <p:cNvSpPr/>
          <p:nvPr/>
        </p:nvSpPr>
        <p:spPr>
          <a:xfrm>
            <a:off x="914379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29"/>
          <p:cNvSpPr/>
          <p:nvPr/>
        </p:nvSpPr>
        <p:spPr>
          <a:xfrm>
            <a:off x="914379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0"/>
          <p:cNvSpPr/>
          <p:nvPr/>
        </p:nvSpPr>
        <p:spPr>
          <a:xfrm>
            <a:off x="914379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1"/>
          <p:cNvSpPr/>
          <p:nvPr/>
        </p:nvSpPr>
        <p:spPr>
          <a:xfrm>
            <a:off x="914379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2"/>
          <p:cNvSpPr/>
          <p:nvPr/>
        </p:nvSpPr>
        <p:spPr>
          <a:xfrm>
            <a:off x="914379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3"/>
          <p:cNvSpPr/>
          <p:nvPr/>
        </p:nvSpPr>
        <p:spPr>
          <a:xfrm>
            <a:off x="914379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4"/>
          <p:cNvSpPr/>
          <p:nvPr/>
        </p:nvSpPr>
        <p:spPr>
          <a:xfrm>
            <a:off x="914379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5"/>
          <p:cNvSpPr/>
          <p:nvPr/>
        </p:nvSpPr>
        <p:spPr>
          <a:xfrm>
            <a:off x="914379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6"/>
          <p:cNvSpPr/>
          <p:nvPr/>
        </p:nvSpPr>
        <p:spPr>
          <a:xfrm>
            <a:off x="914379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7"/>
          <p:cNvSpPr/>
          <p:nvPr/>
        </p:nvSpPr>
        <p:spPr>
          <a:xfrm>
            <a:off x="914379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8"/>
          <p:cNvSpPr/>
          <p:nvPr/>
        </p:nvSpPr>
        <p:spPr>
          <a:xfrm>
            <a:off x="914379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39"/>
          <p:cNvSpPr/>
          <p:nvPr/>
        </p:nvSpPr>
        <p:spPr>
          <a:xfrm>
            <a:off x="914379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0"/>
          <p:cNvSpPr/>
          <p:nvPr/>
        </p:nvSpPr>
        <p:spPr>
          <a:xfrm>
            <a:off x="914379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1"/>
          <p:cNvSpPr/>
          <p:nvPr/>
        </p:nvSpPr>
        <p:spPr>
          <a:xfrm>
            <a:off x="914379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2"/>
          <p:cNvSpPr/>
          <p:nvPr/>
        </p:nvSpPr>
        <p:spPr>
          <a:xfrm>
            <a:off x="914379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3"/>
          <p:cNvSpPr/>
          <p:nvPr/>
        </p:nvSpPr>
        <p:spPr>
          <a:xfrm>
            <a:off x="914379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4"/>
          <p:cNvSpPr/>
          <p:nvPr/>
        </p:nvSpPr>
        <p:spPr>
          <a:xfrm>
            <a:off x="914379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5"/>
          <p:cNvSpPr/>
          <p:nvPr/>
        </p:nvSpPr>
        <p:spPr>
          <a:xfrm>
            <a:off x="914379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6"/>
          <p:cNvSpPr/>
          <p:nvPr/>
        </p:nvSpPr>
        <p:spPr>
          <a:xfrm>
            <a:off x="914379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7"/>
          <p:cNvSpPr/>
          <p:nvPr/>
        </p:nvSpPr>
        <p:spPr>
          <a:xfrm>
            <a:off x="914379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8"/>
          <p:cNvSpPr/>
          <p:nvPr/>
        </p:nvSpPr>
        <p:spPr>
          <a:xfrm>
            <a:off x="914379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49"/>
          <p:cNvSpPr/>
          <p:nvPr/>
        </p:nvSpPr>
        <p:spPr>
          <a:xfrm>
            <a:off x="914379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0"/>
          <p:cNvSpPr/>
          <p:nvPr/>
        </p:nvSpPr>
        <p:spPr>
          <a:xfrm>
            <a:off x="914379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1"/>
          <p:cNvSpPr/>
          <p:nvPr/>
        </p:nvSpPr>
        <p:spPr>
          <a:xfrm>
            <a:off x="914379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2"/>
          <p:cNvSpPr/>
          <p:nvPr/>
        </p:nvSpPr>
        <p:spPr>
          <a:xfrm>
            <a:off x="914379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3"/>
          <p:cNvSpPr/>
          <p:nvPr/>
        </p:nvSpPr>
        <p:spPr>
          <a:xfrm>
            <a:off x="914379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4"/>
          <p:cNvSpPr/>
          <p:nvPr/>
        </p:nvSpPr>
        <p:spPr>
          <a:xfrm>
            <a:off x="914379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5"/>
          <p:cNvSpPr/>
          <p:nvPr/>
        </p:nvSpPr>
        <p:spPr>
          <a:xfrm>
            <a:off x="914379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6"/>
          <p:cNvSpPr/>
          <p:nvPr/>
        </p:nvSpPr>
        <p:spPr>
          <a:xfrm>
            <a:off x="914379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7"/>
          <p:cNvSpPr/>
          <p:nvPr/>
        </p:nvSpPr>
        <p:spPr>
          <a:xfrm>
            <a:off x="914379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8"/>
          <p:cNvSpPr/>
          <p:nvPr/>
        </p:nvSpPr>
        <p:spPr>
          <a:xfrm>
            <a:off x="914379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59"/>
          <p:cNvSpPr/>
          <p:nvPr/>
        </p:nvSpPr>
        <p:spPr>
          <a:xfrm>
            <a:off x="932667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0"/>
          <p:cNvSpPr/>
          <p:nvPr/>
        </p:nvSpPr>
        <p:spPr>
          <a:xfrm>
            <a:off x="932667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1"/>
          <p:cNvSpPr/>
          <p:nvPr/>
        </p:nvSpPr>
        <p:spPr>
          <a:xfrm>
            <a:off x="932667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2"/>
          <p:cNvSpPr/>
          <p:nvPr/>
        </p:nvSpPr>
        <p:spPr>
          <a:xfrm>
            <a:off x="932667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3"/>
          <p:cNvSpPr/>
          <p:nvPr/>
        </p:nvSpPr>
        <p:spPr>
          <a:xfrm>
            <a:off x="932667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4"/>
          <p:cNvSpPr/>
          <p:nvPr/>
        </p:nvSpPr>
        <p:spPr>
          <a:xfrm>
            <a:off x="932667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5"/>
          <p:cNvSpPr/>
          <p:nvPr/>
        </p:nvSpPr>
        <p:spPr>
          <a:xfrm>
            <a:off x="932667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6"/>
          <p:cNvSpPr/>
          <p:nvPr/>
        </p:nvSpPr>
        <p:spPr>
          <a:xfrm>
            <a:off x="932667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7"/>
          <p:cNvSpPr/>
          <p:nvPr/>
        </p:nvSpPr>
        <p:spPr>
          <a:xfrm>
            <a:off x="932667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8"/>
          <p:cNvSpPr/>
          <p:nvPr/>
        </p:nvSpPr>
        <p:spPr>
          <a:xfrm>
            <a:off x="932667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69"/>
          <p:cNvSpPr/>
          <p:nvPr/>
        </p:nvSpPr>
        <p:spPr>
          <a:xfrm>
            <a:off x="932667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0"/>
          <p:cNvSpPr/>
          <p:nvPr/>
        </p:nvSpPr>
        <p:spPr>
          <a:xfrm>
            <a:off x="932667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1"/>
          <p:cNvSpPr/>
          <p:nvPr/>
        </p:nvSpPr>
        <p:spPr>
          <a:xfrm>
            <a:off x="932667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2"/>
          <p:cNvSpPr/>
          <p:nvPr/>
        </p:nvSpPr>
        <p:spPr>
          <a:xfrm>
            <a:off x="932667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3"/>
          <p:cNvSpPr/>
          <p:nvPr/>
        </p:nvSpPr>
        <p:spPr>
          <a:xfrm>
            <a:off x="932667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4"/>
          <p:cNvSpPr/>
          <p:nvPr/>
        </p:nvSpPr>
        <p:spPr>
          <a:xfrm>
            <a:off x="932667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5"/>
          <p:cNvSpPr/>
          <p:nvPr/>
        </p:nvSpPr>
        <p:spPr>
          <a:xfrm>
            <a:off x="932667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6"/>
          <p:cNvSpPr/>
          <p:nvPr/>
        </p:nvSpPr>
        <p:spPr>
          <a:xfrm>
            <a:off x="932667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7"/>
          <p:cNvSpPr/>
          <p:nvPr/>
        </p:nvSpPr>
        <p:spPr>
          <a:xfrm>
            <a:off x="932667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8"/>
          <p:cNvSpPr/>
          <p:nvPr/>
        </p:nvSpPr>
        <p:spPr>
          <a:xfrm>
            <a:off x="932667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79"/>
          <p:cNvSpPr/>
          <p:nvPr/>
        </p:nvSpPr>
        <p:spPr>
          <a:xfrm>
            <a:off x="932667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0"/>
          <p:cNvSpPr/>
          <p:nvPr/>
        </p:nvSpPr>
        <p:spPr>
          <a:xfrm>
            <a:off x="932667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1"/>
          <p:cNvSpPr/>
          <p:nvPr/>
        </p:nvSpPr>
        <p:spPr>
          <a:xfrm>
            <a:off x="932667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2"/>
          <p:cNvSpPr/>
          <p:nvPr/>
        </p:nvSpPr>
        <p:spPr>
          <a:xfrm>
            <a:off x="932667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3"/>
          <p:cNvSpPr/>
          <p:nvPr/>
        </p:nvSpPr>
        <p:spPr>
          <a:xfrm>
            <a:off x="932667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4"/>
          <p:cNvSpPr/>
          <p:nvPr/>
        </p:nvSpPr>
        <p:spPr>
          <a:xfrm>
            <a:off x="932667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5"/>
          <p:cNvSpPr/>
          <p:nvPr/>
        </p:nvSpPr>
        <p:spPr>
          <a:xfrm>
            <a:off x="932667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6"/>
          <p:cNvSpPr/>
          <p:nvPr/>
        </p:nvSpPr>
        <p:spPr>
          <a:xfrm>
            <a:off x="932667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7"/>
          <p:cNvSpPr/>
          <p:nvPr/>
        </p:nvSpPr>
        <p:spPr>
          <a:xfrm>
            <a:off x="932667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8"/>
          <p:cNvSpPr/>
          <p:nvPr/>
        </p:nvSpPr>
        <p:spPr>
          <a:xfrm>
            <a:off x="932667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89"/>
          <p:cNvSpPr/>
          <p:nvPr/>
        </p:nvSpPr>
        <p:spPr>
          <a:xfrm>
            <a:off x="932667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0"/>
          <p:cNvSpPr/>
          <p:nvPr/>
        </p:nvSpPr>
        <p:spPr>
          <a:xfrm>
            <a:off x="932667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1"/>
          <p:cNvSpPr/>
          <p:nvPr/>
        </p:nvSpPr>
        <p:spPr>
          <a:xfrm>
            <a:off x="932667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2"/>
          <p:cNvSpPr/>
          <p:nvPr/>
        </p:nvSpPr>
        <p:spPr>
          <a:xfrm>
            <a:off x="932667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3"/>
          <p:cNvSpPr/>
          <p:nvPr/>
        </p:nvSpPr>
        <p:spPr>
          <a:xfrm>
            <a:off x="932667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4"/>
          <p:cNvSpPr/>
          <p:nvPr/>
        </p:nvSpPr>
        <p:spPr>
          <a:xfrm>
            <a:off x="932667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5"/>
          <p:cNvSpPr/>
          <p:nvPr/>
        </p:nvSpPr>
        <p:spPr>
          <a:xfrm>
            <a:off x="950955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6"/>
          <p:cNvSpPr/>
          <p:nvPr/>
        </p:nvSpPr>
        <p:spPr>
          <a:xfrm>
            <a:off x="950955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7"/>
          <p:cNvSpPr/>
          <p:nvPr/>
        </p:nvSpPr>
        <p:spPr>
          <a:xfrm>
            <a:off x="950955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8"/>
          <p:cNvSpPr/>
          <p:nvPr/>
        </p:nvSpPr>
        <p:spPr>
          <a:xfrm>
            <a:off x="950955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299"/>
          <p:cNvSpPr/>
          <p:nvPr/>
        </p:nvSpPr>
        <p:spPr>
          <a:xfrm>
            <a:off x="950955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0"/>
          <p:cNvSpPr/>
          <p:nvPr/>
        </p:nvSpPr>
        <p:spPr>
          <a:xfrm>
            <a:off x="950955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1"/>
          <p:cNvSpPr/>
          <p:nvPr/>
        </p:nvSpPr>
        <p:spPr>
          <a:xfrm>
            <a:off x="950955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2"/>
          <p:cNvSpPr/>
          <p:nvPr/>
        </p:nvSpPr>
        <p:spPr>
          <a:xfrm>
            <a:off x="950955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3"/>
          <p:cNvSpPr/>
          <p:nvPr/>
        </p:nvSpPr>
        <p:spPr>
          <a:xfrm>
            <a:off x="950955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4"/>
          <p:cNvSpPr/>
          <p:nvPr/>
        </p:nvSpPr>
        <p:spPr>
          <a:xfrm>
            <a:off x="950955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5"/>
          <p:cNvSpPr/>
          <p:nvPr/>
        </p:nvSpPr>
        <p:spPr>
          <a:xfrm>
            <a:off x="950955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6"/>
          <p:cNvSpPr/>
          <p:nvPr/>
        </p:nvSpPr>
        <p:spPr>
          <a:xfrm>
            <a:off x="950955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7"/>
          <p:cNvSpPr/>
          <p:nvPr/>
        </p:nvSpPr>
        <p:spPr>
          <a:xfrm>
            <a:off x="950955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8"/>
          <p:cNvSpPr/>
          <p:nvPr/>
        </p:nvSpPr>
        <p:spPr>
          <a:xfrm>
            <a:off x="950955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09"/>
          <p:cNvSpPr/>
          <p:nvPr/>
        </p:nvSpPr>
        <p:spPr>
          <a:xfrm>
            <a:off x="950955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0"/>
          <p:cNvSpPr/>
          <p:nvPr/>
        </p:nvSpPr>
        <p:spPr>
          <a:xfrm>
            <a:off x="950955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1"/>
          <p:cNvSpPr/>
          <p:nvPr/>
        </p:nvSpPr>
        <p:spPr>
          <a:xfrm>
            <a:off x="950955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2"/>
          <p:cNvSpPr/>
          <p:nvPr/>
        </p:nvSpPr>
        <p:spPr>
          <a:xfrm>
            <a:off x="950955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3"/>
          <p:cNvSpPr/>
          <p:nvPr/>
        </p:nvSpPr>
        <p:spPr>
          <a:xfrm>
            <a:off x="950955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4"/>
          <p:cNvSpPr/>
          <p:nvPr/>
        </p:nvSpPr>
        <p:spPr>
          <a:xfrm>
            <a:off x="950955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5"/>
          <p:cNvSpPr/>
          <p:nvPr/>
        </p:nvSpPr>
        <p:spPr>
          <a:xfrm>
            <a:off x="950955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6"/>
          <p:cNvSpPr/>
          <p:nvPr/>
        </p:nvSpPr>
        <p:spPr>
          <a:xfrm>
            <a:off x="950955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7"/>
          <p:cNvSpPr/>
          <p:nvPr/>
        </p:nvSpPr>
        <p:spPr>
          <a:xfrm>
            <a:off x="950955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8"/>
          <p:cNvSpPr/>
          <p:nvPr/>
        </p:nvSpPr>
        <p:spPr>
          <a:xfrm>
            <a:off x="950955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19"/>
          <p:cNvSpPr/>
          <p:nvPr/>
        </p:nvSpPr>
        <p:spPr>
          <a:xfrm>
            <a:off x="950955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0"/>
          <p:cNvSpPr/>
          <p:nvPr/>
        </p:nvSpPr>
        <p:spPr>
          <a:xfrm>
            <a:off x="950955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1"/>
          <p:cNvSpPr/>
          <p:nvPr/>
        </p:nvSpPr>
        <p:spPr>
          <a:xfrm>
            <a:off x="950955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2"/>
          <p:cNvSpPr/>
          <p:nvPr/>
        </p:nvSpPr>
        <p:spPr>
          <a:xfrm>
            <a:off x="950955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3"/>
          <p:cNvSpPr/>
          <p:nvPr/>
        </p:nvSpPr>
        <p:spPr>
          <a:xfrm>
            <a:off x="950955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4"/>
          <p:cNvSpPr/>
          <p:nvPr/>
        </p:nvSpPr>
        <p:spPr>
          <a:xfrm>
            <a:off x="950955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5"/>
          <p:cNvSpPr/>
          <p:nvPr/>
        </p:nvSpPr>
        <p:spPr>
          <a:xfrm>
            <a:off x="950955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6"/>
          <p:cNvSpPr/>
          <p:nvPr/>
        </p:nvSpPr>
        <p:spPr>
          <a:xfrm>
            <a:off x="950955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7"/>
          <p:cNvSpPr/>
          <p:nvPr/>
        </p:nvSpPr>
        <p:spPr>
          <a:xfrm>
            <a:off x="950955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8"/>
          <p:cNvSpPr/>
          <p:nvPr/>
        </p:nvSpPr>
        <p:spPr>
          <a:xfrm>
            <a:off x="950955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29"/>
          <p:cNvSpPr/>
          <p:nvPr/>
        </p:nvSpPr>
        <p:spPr>
          <a:xfrm>
            <a:off x="950955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0"/>
          <p:cNvSpPr/>
          <p:nvPr/>
        </p:nvSpPr>
        <p:spPr>
          <a:xfrm>
            <a:off x="950955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1"/>
          <p:cNvSpPr/>
          <p:nvPr/>
        </p:nvSpPr>
        <p:spPr>
          <a:xfrm>
            <a:off x="969243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2"/>
          <p:cNvSpPr/>
          <p:nvPr/>
        </p:nvSpPr>
        <p:spPr>
          <a:xfrm>
            <a:off x="969243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3"/>
          <p:cNvSpPr/>
          <p:nvPr/>
        </p:nvSpPr>
        <p:spPr>
          <a:xfrm>
            <a:off x="969243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4"/>
          <p:cNvSpPr/>
          <p:nvPr/>
        </p:nvSpPr>
        <p:spPr>
          <a:xfrm>
            <a:off x="969243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5"/>
          <p:cNvSpPr/>
          <p:nvPr/>
        </p:nvSpPr>
        <p:spPr>
          <a:xfrm>
            <a:off x="969243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6"/>
          <p:cNvSpPr/>
          <p:nvPr/>
        </p:nvSpPr>
        <p:spPr>
          <a:xfrm>
            <a:off x="969243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7"/>
          <p:cNvSpPr/>
          <p:nvPr/>
        </p:nvSpPr>
        <p:spPr>
          <a:xfrm>
            <a:off x="969243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8"/>
          <p:cNvSpPr/>
          <p:nvPr/>
        </p:nvSpPr>
        <p:spPr>
          <a:xfrm>
            <a:off x="969243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39"/>
          <p:cNvSpPr/>
          <p:nvPr/>
        </p:nvSpPr>
        <p:spPr>
          <a:xfrm>
            <a:off x="969243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0"/>
          <p:cNvSpPr/>
          <p:nvPr/>
        </p:nvSpPr>
        <p:spPr>
          <a:xfrm>
            <a:off x="969243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1"/>
          <p:cNvSpPr/>
          <p:nvPr/>
        </p:nvSpPr>
        <p:spPr>
          <a:xfrm>
            <a:off x="969243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2"/>
          <p:cNvSpPr/>
          <p:nvPr/>
        </p:nvSpPr>
        <p:spPr>
          <a:xfrm>
            <a:off x="969243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3"/>
          <p:cNvSpPr/>
          <p:nvPr/>
        </p:nvSpPr>
        <p:spPr>
          <a:xfrm>
            <a:off x="969243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4"/>
          <p:cNvSpPr/>
          <p:nvPr/>
        </p:nvSpPr>
        <p:spPr>
          <a:xfrm>
            <a:off x="969243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5"/>
          <p:cNvSpPr/>
          <p:nvPr/>
        </p:nvSpPr>
        <p:spPr>
          <a:xfrm>
            <a:off x="969243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6"/>
          <p:cNvSpPr/>
          <p:nvPr/>
        </p:nvSpPr>
        <p:spPr>
          <a:xfrm>
            <a:off x="969243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7"/>
          <p:cNvSpPr/>
          <p:nvPr/>
        </p:nvSpPr>
        <p:spPr>
          <a:xfrm>
            <a:off x="969243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8"/>
          <p:cNvSpPr/>
          <p:nvPr/>
        </p:nvSpPr>
        <p:spPr>
          <a:xfrm>
            <a:off x="969243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49"/>
          <p:cNvSpPr/>
          <p:nvPr/>
        </p:nvSpPr>
        <p:spPr>
          <a:xfrm>
            <a:off x="969243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0"/>
          <p:cNvSpPr/>
          <p:nvPr/>
        </p:nvSpPr>
        <p:spPr>
          <a:xfrm>
            <a:off x="969243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1"/>
          <p:cNvSpPr/>
          <p:nvPr/>
        </p:nvSpPr>
        <p:spPr>
          <a:xfrm>
            <a:off x="969243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2"/>
          <p:cNvSpPr/>
          <p:nvPr/>
        </p:nvSpPr>
        <p:spPr>
          <a:xfrm>
            <a:off x="969243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3"/>
          <p:cNvSpPr/>
          <p:nvPr/>
        </p:nvSpPr>
        <p:spPr>
          <a:xfrm>
            <a:off x="969243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4"/>
          <p:cNvSpPr/>
          <p:nvPr/>
        </p:nvSpPr>
        <p:spPr>
          <a:xfrm>
            <a:off x="969243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5"/>
          <p:cNvSpPr/>
          <p:nvPr/>
        </p:nvSpPr>
        <p:spPr>
          <a:xfrm>
            <a:off x="969243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6"/>
          <p:cNvSpPr/>
          <p:nvPr/>
        </p:nvSpPr>
        <p:spPr>
          <a:xfrm>
            <a:off x="969243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7"/>
          <p:cNvSpPr/>
          <p:nvPr/>
        </p:nvSpPr>
        <p:spPr>
          <a:xfrm>
            <a:off x="969243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8"/>
          <p:cNvSpPr/>
          <p:nvPr/>
        </p:nvSpPr>
        <p:spPr>
          <a:xfrm>
            <a:off x="969243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59"/>
          <p:cNvSpPr/>
          <p:nvPr/>
        </p:nvSpPr>
        <p:spPr>
          <a:xfrm>
            <a:off x="969243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0"/>
          <p:cNvSpPr/>
          <p:nvPr/>
        </p:nvSpPr>
        <p:spPr>
          <a:xfrm>
            <a:off x="969243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1"/>
          <p:cNvSpPr/>
          <p:nvPr/>
        </p:nvSpPr>
        <p:spPr>
          <a:xfrm>
            <a:off x="969243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2"/>
          <p:cNvSpPr/>
          <p:nvPr/>
        </p:nvSpPr>
        <p:spPr>
          <a:xfrm>
            <a:off x="969243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3"/>
          <p:cNvSpPr/>
          <p:nvPr/>
        </p:nvSpPr>
        <p:spPr>
          <a:xfrm>
            <a:off x="969243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4"/>
          <p:cNvSpPr/>
          <p:nvPr/>
        </p:nvSpPr>
        <p:spPr>
          <a:xfrm>
            <a:off x="969243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5"/>
          <p:cNvSpPr/>
          <p:nvPr/>
        </p:nvSpPr>
        <p:spPr>
          <a:xfrm>
            <a:off x="969243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6"/>
          <p:cNvSpPr/>
          <p:nvPr/>
        </p:nvSpPr>
        <p:spPr>
          <a:xfrm>
            <a:off x="969243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7"/>
          <p:cNvSpPr/>
          <p:nvPr/>
        </p:nvSpPr>
        <p:spPr>
          <a:xfrm>
            <a:off x="987531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8"/>
          <p:cNvSpPr/>
          <p:nvPr/>
        </p:nvSpPr>
        <p:spPr>
          <a:xfrm>
            <a:off x="987531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69"/>
          <p:cNvSpPr/>
          <p:nvPr/>
        </p:nvSpPr>
        <p:spPr>
          <a:xfrm>
            <a:off x="987531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0"/>
          <p:cNvSpPr/>
          <p:nvPr/>
        </p:nvSpPr>
        <p:spPr>
          <a:xfrm>
            <a:off x="987531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1"/>
          <p:cNvSpPr/>
          <p:nvPr/>
        </p:nvSpPr>
        <p:spPr>
          <a:xfrm>
            <a:off x="987531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2"/>
          <p:cNvSpPr/>
          <p:nvPr/>
        </p:nvSpPr>
        <p:spPr>
          <a:xfrm>
            <a:off x="987531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3"/>
          <p:cNvSpPr/>
          <p:nvPr/>
        </p:nvSpPr>
        <p:spPr>
          <a:xfrm>
            <a:off x="987531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4"/>
          <p:cNvSpPr/>
          <p:nvPr/>
        </p:nvSpPr>
        <p:spPr>
          <a:xfrm>
            <a:off x="987531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5"/>
          <p:cNvSpPr/>
          <p:nvPr/>
        </p:nvSpPr>
        <p:spPr>
          <a:xfrm>
            <a:off x="987531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6"/>
          <p:cNvSpPr/>
          <p:nvPr/>
        </p:nvSpPr>
        <p:spPr>
          <a:xfrm>
            <a:off x="987531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7"/>
          <p:cNvSpPr/>
          <p:nvPr/>
        </p:nvSpPr>
        <p:spPr>
          <a:xfrm>
            <a:off x="987531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8"/>
          <p:cNvSpPr/>
          <p:nvPr/>
        </p:nvSpPr>
        <p:spPr>
          <a:xfrm>
            <a:off x="987531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79"/>
          <p:cNvSpPr/>
          <p:nvPr/>
        </p:nvSpPr>
        <p:spPr>
          <a:xfrm>
            <a:off x="987531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0"/>
          <p:cNvSpPr/>
          <p:nvPr/>
        </p:nvSpPr>
        <p:spPr>
          <a:xfrm>
            <a:off x="987531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1"/>
          <p:cNvSpPr/>
          <p:nvPr/>
        </p:nvSpPr>
        <p:spPr>
          <a:xfrm>
            <a:off x="987531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2"/>
          <p:cNvSpPr/>
          <p:nvPr/>
        </p:nvSpPr>
        <p:spPr>
          <a:xfrm>
            <a:off x="987531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3"/>
          <p:cNvSpPr/>
          <p:nvPr/>
        </p:nvSpPr>
        <p:spPr>
          <a:xfrm>
            <a:off x="987531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4"/>
          <p:cNvSpPr/>
          <p:nvPr/>
        </p:nvSpPr>
        <p:spPr>
          <a:xfrm>
            <a:off x="987531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85"/>
          <p:cNvSpPr/>
          <p:nvPr/>
        </p:nvSpPr>
        <p:spPr>
          <a:xfrm>
            <a:off x="987531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6"/>
          <p:cNvSpPr/>
          <p:nvPr/>
        </p:nvSpPr>
        <p:spPr>
          <a:xfrm>
            <a:off x="987531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7"/>
          <p:cNvSpPr/>
          <p:nvPr/>
        </p:nvSpPr>
        <p:spPr>
          <a:xfrm>
            <a:off x="987531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8"/>
          <p:cNvSpPr/>
          <p:nvPr/>
        </p:nvSpPr>
        <p:spPr>
          <a:xfrm>
            <a:off x="987531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89"/>
          <p:cNvSpPr/>
          <p:nvPr/>
        </p:nvSpPr>
        <p:spPr>
          <a:xfrm>
            <a:off x="987531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0"/>
          <p:cNvSpPr/>
          <p:nvPr/>
        </p:nvSpPr>
        <p:spPr>
          <a:xfrm>
            <a:off x="987531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1"/>
          <p:cNvSpPr/>
          <p:nvPr/>
        </p:nvSpPr>
        <p:spPr>
          <a:xfrm>
            <a:off x="987531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2"/>
          <p:cNvSpPr/>
          <p:nvPr/>
        </p:nvSpPr>
        <p:spPr>
          <a:xfrm>
            <a:off x="987531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3"/>
          <p:cNvSpPr/>
          <p:nvPr/>
        </p:nvSpPr>
        <p:spPr>
          <a:xfrm>
            <a:off x="987531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4"/>
          <p:cNvSpPr/>
          <p:nvPr/>
        </p:nvSpPr>
        <p:spPr>
          <a:xfrm>
            <a:off x="987531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5"/>
          <p:cNvSpPr/>
          <p:nvPr/>
        </p:nvSpPr>
        <p:spPr>
          <a:xfrm>
            <a:off x="987531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6"/>
          <p:cNvSpPr/>
          <p:nvPr/>
        </p:nvSpPr>
        <p:spPr>
          <a:xfrm>
            <a:off x="987531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7"/>
          <p:cNvSpPr/>
          <p:nvPr/>
        </p:nvSpPr>
        <p:spPr>
          <a:xfrm>
            <a:off x="987531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8"/>
          <p:cNvSpPr/>
          <p:nvPr/>
        </p:nvSpPr>
        <p:spPr>
          <a:xfrm>
            <a:off x="987531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399"/>
          <p:cNvSpPr/>
          <p:nvPr/>
        </p:nvSpPr>
        <p:spPr>
          <a:xfrm>
            <a:off x="987531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0"/>
          <p:cNvSpPr/>
          <p:nvPr/>
        </p:nvSpPr>
        <p:spPr>
          <a:xfrm>
            <a:off x="987531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1"/>
          <p:cNvSpPr/>
          <p:nvPr/>
        </p:nvSpPr>
        <p:spPr>
          <a:xfrm>
            <a:off x="987531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2"/>
          <p:cNvSpPr/>
          <p:nvPr/>
        </p:nvSpPr>
        <p:spPr>
          <a:xfrm>
            <a:off x="987531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3"/>
          <p:cNvSpPr/>
          <p:nvPr/>
        </p:nvSpPr>
        <p:spPr>
          <a:xfrm>
            <a:off x="1005819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4"/>
          <p:cNvSpPr/>
          <p:nvPr/>
        </p:nvSpPr>
        <p:spPr>
          <a:xfrm>
            <a:off x="1005819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5"/>
          <p:cNvSpPr/>
          <p:nvPr/>
        </p:nvSpPr>
        <p:spPr>
          <a:xfrm>
            <a:off x="1005819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6"/>
          <p:cNvSpPr/>
          <p:nvPr/>
        </p:nvSpPr>
        <p:spPr>
          <a:xfrm>
            <a:off x="1005819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7"/>
          <p:cNvSpPr/>
          <p:nvPr/>
        </p:nvSpPr>
        <p:spPr>
          <a:xfrm>
            <a:off x="1005819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8"/>
          <p:cNvSpPr/>
          <p:nvPr/>
        </p:nvSpPr>
        <p:spPr>
          <a:xfrm>
            <a:off x="1005819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09"/>
          <p:cNvSpPr/>
          <p:nvPr/>
        </p:nvSpPr>
        <p:spPr>
          <a:xfrm>
            <a:off x="1005819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0"/>
          <p:cNvSpPr/>
          <p:nvPr/>
        </p:nvSpPr>
        <p:spPr>
          <a:xfrm>
            <a:off x="1005819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1"/>
          <p:cNvSpPr/>
          <p:nvPr/>
        </p:nvSpPr>
        <p:spPr>
          <a:xfrm>
            <a:off x="1005819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2"/>
          <p:cNvSpPr/>
          <p:nvPr/>
        </p:nvSpPr>
        <p:spPr>
          <a:xfrm>
            <a:off x="1005819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3"/>
          <p:cNvSpPr/>
          <p:nvPr/>
        </p:nvSpPr>
        <p:spPr>
          <a:xfrm>
            <a:off x="1005819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4"/>
          <p:cNvSpPr/>
          <p:nvPr/>
        </p:nvSpPr>
        <p:spPr>
          <a:xfrm>
            <a:off x="1005819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5"/>
          <p:cNvSpPr/>
          <p:nvPr/>
        </p:nvSpPr>
        <p:spPr>
          <a:xfrm>
            <a:off x="1005819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6"/>
          <p:cNvSpPr/>
          <p:nvPr/>
        </p:nvSpPr>
        <p:spPr>
          <a:xfrm>
            <a:off x="1005819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7"/>
          <p:cNvSpPr/>
          <p:nvPr/>
        </p:nvSpPr>
        <p:spPr>
          <a:xfrm>
            <a:off x="1005819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8"/>
          <p:cNvSpPr/>
          <p:nvPr/>
        </p:nvSpPr>
        <p:spPr>
          <a:xfrm>
            <a:off x="1005819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19"/>
          <p:cNvSpPr/>
          <p:nvPr/>
        </p:nvSpPr>
        <p:spPr>
          <a:xfrm>
            <a:off x="1005819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0"/>
          <p:cNvSpPr/>
          <p:nvPr/>
        </p:nvSpPr>
        <p:spPr>
          <a:xfrm>
            <a:off x="1005819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1"/>
          <p:cNvSpPr/>
          <p:nvPr/>
        </p:nvSpPr>
        <p:spPr>
          <a:xfrm>
            <a:off x="1005819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2"/>
          <p:cNvSpPr/>
          <p:nvPr/>
        </p:nvSpPr>
        <p:spPr>
          <a:xfrm>
            <a:off x="1005819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3"/>
          <p:cNvSpPr/>
          <p:nvPr/>
        </p:nvSpPr>
        <p:spPr>
          <a:xfrm>
            <a:off x="1005819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4"/>
          <p:cNvSpPr/>
          <p:nvPr/>
        </p:nvSpPr>
        <p:spPr>
          <a:xfrm>
            <a:off x="1005819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5"/>
          <p:cNvSpPr/>
          <p:nvPr/>
        </p:nvSpPr>
        <p:spPr>
          <a:xfrm>
            <a:off x="1005819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6"/>
          <p:cNvSpPr/>
          <p:nvPr/>
        </p:nvSpPr>
        <p:spPr>
          <a:xfrm>
            <a:off x="1005819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7"/>
          <p:cNvSpPr/>
          <p:nvPr/>
        </p:nvSpPr>
        <p:spPr>
          <a:xfrm>
            <a:off x="1005819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8"/>
          <p:cNvSpPr/>
          <p:nvPr/>
        </p:nvSpPr>
        <p:spPr>
          <a:xfrm>
            <a:off x="1005819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29"/>
          <p:cNvSpPr/>
          <p:nvPr/>
        </p:nvSpPr>
        <p:spPr>
          <a:xfrm>
            <a:off x="1005819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0"/>
          <p:cNvSpPr/>
          <p:nvPr/>
        </p:nvSpPr>
        <p:spPr>
          <a:xfrm>
            <a:off x="1005819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1"/>
          <p:cNvSpPr/>
          <p:nvPr/>
        </p:nvSpPr>
        <p:spPr>
          <a:xfrm>
            <a:off x="1005819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2"/>
          <p:cNvSpPr/>
          <p:nvPr/>
        </p:nvSpPr>
        <p:spPr>
          <a:xfrm>
            <a:off x="1005819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3"/>
          <p:cNvSpPr/>
          <p:nvPr/>
        </p:nvSpPr>
        <p:spPr>
          <a:xfrm>
            <a:off x="1005819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4"/>
          <p:cNvSpPr/>
          <p:nvPr/>
        </p:nvSpPr>
        <p:spPr>
          <a:xfrm>
            <a:off x="1005819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5"/>
          <p:cNvSpPr/>
          <p:nvPr/>
        </p:nvSpPr>
        <p:spPr>
          <a:xfrm>
            <a:off x="1005819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6"/>
          <p:cNvSpPr/>
          <p:nvPr/>
        </p:nvSpPr>
        <p:spPr>
          <a:xfrm>
            <a:off x="1005819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7"/>
          <p:cNvSpPr/>
          <p:nvPr/>
        </p:nvSpPr>
        <p:spPr>
          <a:xfrm>
            <a:off x="1005819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8"/>
          <p:cNvSpPr/>
          <p:nvPr/>
        </p:nvSpPr>
        <p:spPr>
          <a:xfrm>
            <a:off x="1005819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39"/>
          <p:cNvSpPr/>
          <p:nvPr/>
        </p:nvSpPr>
        <p:spPr>
          <a:xfrm>
            <a:off x="1024107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0"/>
          <p:cNvSpPr/>
          <p:nvPr/>
        </p:nvSpPr>
        <p:spPr>
          <a:xfrm>
            <a:off x="1024107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1"/>
          <p:cNvSpPr/>
          <p:nvPr/>
        </p:nvSpPr>
        <p:spPr>
          <a:xfrm>
            <a:off x="1024107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2"/>
          <p:cNvSpPr/>
          <p:nvPr/>
        </p:nvSpPr>
        <p:spPr>
          <a:xfrm>
            <a:off x="1024107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3"/>
          <p:cNvSpPr/>
          <p:nvPr/>
        </p:nvSpPr>
        <p:spPr>
          <a:xfrm>
            <a:off x="1024107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4"/>
          <p:cNvSpPr/>
          <p:nvPr/>
        </p:nvSpPr>
        <p:spPr>
          <a:xfrm>
            <a:off x="1024107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5"/>
          <p:cNvSpPr/>
          <p:nvPr/>
        </p:nvSpPr>
        <p:spPr>
          <a:xfrm>
            <a:off x="1024107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6"/>
          <p:cNvSpPr/>
          <p:nvPr/>
        </p:nvSpPr>
        <p:spPr>
          <a:xfrm>
            <a:off x="1024107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7"/>
          <p:cNvSpPr/>
          <p:nvPr/>
        </p:nvSpPr>
        <p:spPr>
          <a:xfrm>
            <a:off x="1024107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8"/>
          <p:cNvSpPr/>
          <p:nvPr/>
        </p:nvSpPr>
        <p:spPr>
          <a:xfrm>
            <a:off x="1024107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49"/>
          <p:cNvSpPr/>
          <p:nvPr/>
        </p:nvSpPr>
        <p:spPr>
          <a:xfrm>
            <a:off x="1024107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0"/>
          <p:cNvSpPr/>
          <p:nvPr/>
        </p:nvSpPr>
        <p:spPr>
          <a:xfrm>
            <a:off x="1024107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1"/>
          <p:cNvSpPr/>
          <p:nvPr/>
        </p:nvSpPr>
        <p:spPr>
          <a:xfrm>
            <a:off x="1024107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2"/>
          <p:cNvSpPr/>
          <p:nvPr/>
        </p:nvSpPr>
        <p:spPr>
          <a:xfrm>
            <a:off x="1024107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3"/>
          <p:cNvSpPr/>
          <p:nvPr/>
        </p:nvSpPr>
        <p:spPr>
          <a:xfrm>
            <a:off x="1024107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4"/>
          <p:cNvSpPr/>
          <p:nvPr/>
        </p:nvSpPr>
        <p:spPr>
          <a:xfrm>
            <a:off x="1024107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5"/>
          <p:cNvSpPr/>
          <p:nvPr/>
        </p:nvSpPr>
        <p:spPr>
          <a:xfrm>
            <a:off x="1024107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6"/>
          <p:cNvSpPr/>
          <p:nvPr/>
        </p:nvSpPr>
        <p:spPr>
          <a:xfrm>
            <a:off x="1024107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57"/>
          <p:cNvSpPr/>
          <p:nvPr/>
        </p:nvSpPr>
        <p:spPr>
          <a:xfrm>
            <a:off x="1024107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58"/>
          <p:cNvSpPr/>
          <p:nvPr/>
        </p:nvSpPr>
        <p:spPr>
          <a:xfrm>
            <a:off x="1024107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59"/>
          <p:cNvSpPr/>
          <p:nvPr/>
        </p:nvSpPr>
        <p:spPr>
          <a:xfrm>
            <a:off x="1024107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60"/>
          <p:cNvSpPr/>
          <p:nvPr/>
        </p:nvSpPr>
        <p:spPr>
          <a:xfrm>
            <a:off x="1024107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61"/>
          <p:cNvSpPr/>
          <p:nvPr/>
        </p:nvSpPr>
        <p:spPr>
          <a:xfrm>
            <a:off x="1024107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62"/>
          <p:cNvSpPr/>
          <p:nvPr/>
        </p:nvSpPr>
        <p:spPr>
          <a:xfrm>
            <a:off x="1024107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Shape 463"/>
          <p:cNvSpPr/>
          <p:nvPr/>
        </p:nvSpPr>
        <p:spPr>
          <a:xfrm>
            <a:off x="1024107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64"/>
          <p:cNvSpPr/>
          <p:nvPr/>
        </p:nvSpPr>
        <p:spPr>
          <a:xfrm>
            <a:off x="1024107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Shape 465"/>
          <p:cNvSpPr/>
          <p:nvPr/>
        </p:nvSpPr>
        <p:spPr>
          <a:xfrm>
            <a:off x="1024107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466"/>
          <p:cNvSpPr/>
          <p:nvPr/>
        </p:nvSpPr>
        <p:spPr>
          <a:xfrm>
            <a:off x="1024107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467"/>
          <p:cNvSpPr/>
          <p:nvPr/>
        </p:nvSpPr>
        <p:spPr>
          <a:xfrm>
            <a:off x="1024107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68"/>
          <p:cNvSpPr/>
          <p:nvPr/>
        </p:nvSpPr>
        <p:spPr>
          <a:xfrm>
            <a:off x="1024107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Shape 469"/>
          <p:cNvSpPr/>
          <p:nvPr/>
        </p:nvSpPr>
        <p:spPr>
          <a:xfrm>
            <a:off x="1024107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70"/>
          <p:cNvSpPr/>
          <p:nvPr/>
        </p:nvSpPr>
        <p:spPr>
          <a:xfrm>
            <a:off x="1024107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Shape 471"/>
          <p:cNvSpPr/>
          <p:nvPr/>
        </p:nvSpPr>
        <p:spPr>
          <a:xfrm>
            <a:off x="1024107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Shape 472"/>
          <p:cNvSpPr/>
          <p:nvPr/>
        </p:nvSpPr>
        <p:spPr>
          <a:xfrm>
            <a:off x="1024107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473"/>
          <p:cNvSpPr/>
          <p:nvPr/>
        </p:nvSpPr>
        <p:spPr>
          <a:xfrm>
            <a:off x="1024107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Shape 474"/>
          <p:cNvSpPr/>
          <p:nvPr/>
        </p:nvSpPr>
        <p:spPr>
          <a:xfrm>
            <a:off x="1024107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475"/>
          <p:cNvSpPr/>
          <p:nvPr/>
        </p:nvSpPr>
        <p:spPr>
          <a:xfrm>
            <a:off x="1042395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476"/>
          <p:cNvSpPr/>
          <p:nvPr/>
        </p:nvSpPr>
        <p:spPr>
          <a:xfrm>
            <a:off x="1042395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Shape 477"/>
          <p:cNvSpPr/>
          <p:nvPr/>
        </p:nvSpPr>
        <p:spPr>
          <a:xfrm>
            <a:off x="1042395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478"/>
          <p:cNvSpPr/>
          <p:nvPr/>
        </p:nvSpPr>
        <p:spPr>
          <a:xfrm>
            <a:off x="1042395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479"/>
          <p:cNvSpPr/>
          <p:nvPr/>
        </p:nvSpPr>
        <p:spPr>
          <a:xfrm>
            <a:off x="1042395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Shape 480"/>
          <p:cNvSpPr/>
          <p:nvPr/>
        </p:nvSpPr>
        <p:spPr>
          <a:xfrm>
            <a:off x="1042395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4" name="Shape 481"/>
          <p:cNvSpPr/>
          <p:nvPr/>
        </p:nvSpPr>
        <p:spPr>
          <a:xfrm>
            <a:off x="1042395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Shape 482"/>
          <p:cNvSpPr/>
          <p:nvPr/>
        </p:nvSpPr>
        <p:spPr>
          <a:xfrm>
            <a:off x="1042395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Shape 483"/>
          <p:cNvSpPr/>
          <p:nvPr/>
        </p:nvSpPr>
        <p:spPr>
          <a:xfrm>
            <a:off x="1042395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Shape 484"/>
          <p:cNvSpPr/>
          <p:nvPr/>
        </p:nvSpPr>
        <p:spPr>
          <a:xfrm>
            <a:off x="1042395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8" name="Shape 485"/>
          <p:cNvSpPr/>
          <p:nvPr/>
        </p:nvSpPr>
        <p:spPr>
          <a:xfrm>
            <a:off x="1042395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Shape 486"/>
          <p:cNvSpPr/>
          <p:nvPr/>
        </p:nvSpPr>
        <p:spPr>
          <a:xfrm>
            <a:off x="1042395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0" name="Shape 487"/>
          <p:cNvSpPr/>
          <p:nvPr/>
        </p:nvSpPr>
        <p:spPr>
          <a:xfrm>
            <a:off x="1042395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hape 488"/>
          <p:cNvSpPr/>
          <p:nvPr/>
        </p:nvSpPr>
        <p:spPr>
          <a:xfrm>
            <a:off x="1042395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489"/>
          <p:cNvSpPr/>
          <p:nvPr/>
        </p:nvSpPr>
        <p:spPr>
          <a:xfrm>
            <a:off x="1042395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Shape 490"/>
          <p:cNvSpPr/>
          <p:nvPr/>
        </p:nvSpPr>
        <p:spPr>
          <a:xfrm>
            <a:off x="1042395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491"/>
          <p:cNvSpPr/>
          <p:nvPr/>
        </p:nvSpPr>
        <p:spPr>
          <a:xfrm>
            <a:off x="1042395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Shape 492"/>
          <p:cNvSpPr/>
          <p:nvPr/>
        </p:nvSpPr>
        <p:spPr>
          <a:xfrm>
            <a:off x="1042395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493"/>
          <p:cNvSpPr/>
          <p:nvPr/>
        </p:nvSpPr>
        <p:spPr>
          <a:xfrm>
            <a:off x="1042395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Shape 494"/>
          <p:cNvSpPr/>
          <p:nvPr/>
        </p:nvSpPr>
        <p:spPr>
          <a:xfrm>
            <a:off x="1042395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Shape 495"/>
          <p:cNvSpPr/>
          <p:nvPr/>
        </p:nvSpPr>
        <p:spPr>
          <a:xfrm>
            <a:off x="1042395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9" name="Shape 496"/>
          <p:cNvSpPr/>
          <p:nvPr/>
        </p:nvSpPr>
        <p:spPr>
          <a:xfrm>
            <a:off x="1042395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0" name="Shape 497"/>
          <p:cNvSpPr/>
          <p:nvPr/>
        </p:nvSpPr>
        <p:spPr>
          <a:xfrm>
            <a:off x="1042395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1" name="Shape 498"/>
          <p:cNvSpPr/>
          <p:nvPr/>
        </p:nvSpPr>
        <p:spPr>
          <a:xfrm>
            <a:off x="1042395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Shape 499"/>
          <p:cNvSpPr/>
          <p:nvPr/>
        </p:nvSpPr>
        <p:spPr>
          <a:xfrm>
            <a:off x="1042395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Shape 500"/>
          <p:cNvSpPr/>
          <p:nvPr/>
        </p:nvSpPr>
        <p:spPr>
          <a:xfrm>
            <a:off x="1042395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4" name="Shape 501"/>
          <p:cNvSpPr/>
          <p:nvPr/>
        </p:nvSpPr>
        <p:spPr>
          <a:xfrm>
            <a:off x="1042395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Shape 502"/>
          <p:cNvSpPr/>
          <p:nvPr/>
        </p:nvSpPr>
        <p:spPr>
          <a:xfrm>
            <a:off x="1042395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6" name="Shape 503"/>
          <p:cNvSpPr/>
          <p:nvPr/>
        </p:nvSpPr>
        <p:spPr>
          <a:xfrm>
            <a:off x="1042395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Shape 504"/>
          <p:cNvSpPr/>
          <p:nvPr/>
        </p:nvSpPr>
        <p:spPr>
          <a:xfrm>
            <a:off x="1042395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Shape 505"/>
          <p:cNvSpPr/>
          <p:nvPr/>
        </p:nvSpPr>
        <p:spPr>
          <a:xfrm>
            <a:off x="1042395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9" name="Shape 506"/>
          <p:cNvSpPr/>
          <p:nvPr/>
        </p:nvSpPr>
        <p:spPr>
          <a:xfrm>
            <a:off x="1042395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hape 507"/>
          <p:cNvSpPr/>
          <p:nvPr/>
        </p:nvSpPr>
        <p:spPr>
          <a:xfrm>
            <a:off x="1042395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Shape 508"/>
          <p:cNvSpPr/>
          <p:nvPr/>
        </p:nvSpPr>
        <p:spPr>
          <a:xfrm>
            <a:off x="1042395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Shape 509"/>
          <p:cNvSpPr/>
          <p:nvPr/>
        </p:nvSpPr>
        <p:spPr>
          <a:xfrm>
            <a:off x="1042395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3" name="Shape 510"/>
          <p:cNvSpPr/>
          <p:nvPr/>
        </p:nvSpPr>
        <p:spPr>
          <a:xfrm>
            <a:off x="1042395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Shape 511"/>
          <p:cNvSpPr/>
          <p:nvPr/>
        </p:nvSpPr>
        <p:spPr>
          <a:xfrm>
            <a:off x="1060683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5" name="Shape 512"/>
          <p:cNvSpPr/>
          <p:nvPr/>
        </p:nvSpPr>
        <p:spPr>
          <a:xfrm>
            <a:off x="1060683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6" name="Shape 513"/>
          <p:cNvSpPr/>
          <p:nvPr/>
        </p:nvSpPr>
        <p:spPr>
          <a:xfrm>
            <a:off x="1060683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Shape 514"/>
          <p:cNvSpPr/>
          <p:nvPr/>
        </p:nvSpPr>
        <p:spPr>
          <a:xfrm>
            <a:off x="1060683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8" name="Shape 515"/>
          <p:cNvSpPr/>
          <p:nvPr/>
        </p:nvSpPr>
        <p:spPr>
          <a:xfrm>
            <a:off x="1060683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9" name="Shape 516"/>
          <p:cNvSpPr/>
          <p:nvPr/>
        </p:nvSpPr>
        <p:spPr>
          <a:xfrm>
            <a:off x="1060683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0" name="Shape 517"/>
          <p:cNvSpPr/>
          <p:nvPr/>
        </p:nvSpPr>
        <p:spPr>
          <a:xfrm>
            <a:off x="1060683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1" name="Shape 518"/>
          <p:cNvSpPr/>
          <p:nvPr/>
        </p:nvSpPr>
        <p:spPr>
          <a:xfrm>
            <a:off x="1060683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Shape 519"/>
          <p:cNvSpPr/>
          <p:nvPr/>
        </p:nvSpPr>
        <p:spPr>
          <a:xfrm>
            <a:off x="1060683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3" name="Shape 520"/>
          <p:cNvSpPr/>
          <p:nvPr/>
        </p:nvSpPr>
        <p:spPr>
          <a:xfrm>
            <a:off x="1060683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4" name="Shape 521"/>
          <p:cNvSpPr/>
          <p:nvPr/>
        </p:nvSpPr>
        <p:spPr>
          <a:xfrm>
            <a:off x="1060683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Shape 522"/>
          <p:cNvSpPr/>
          <p:nvPr/>
        </p:nvSpPr>
        <p:spPr>
          <a:xfrm>
            <a:off x="1060683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6" name="Shape 523"/>
          <p:cNvSpPr/>
          <p:nvPr/>
        </p:nvSpPr>
        <p:spPr>
          <a:xfrm>
            <a:off x="1060683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7" name="Shape 524"/>
          <p:cNvSpPr/>
          <p:nvPr/>
        </p:nvSpPr>
        <p:spPr>
          <a:xfrm>
            <a:off x="1060683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8" name="Shape 525"/>
          <p:cNvSpPr/>
          <p:nvPr/>
        </p:nvSpPr>
        <p:spPr>
          <a:xfrm>
            <a:off x="1060683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9" name="Shape 526"/>
          <p:cNvSpPr/>
          <p:nvPr/>
        </p:nvSpPr>
        <p:spPr>
          <a:xfrm>
            <a:off x="1060683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0" name="Shape 527"/>
          <p:cNvSpPr/>
          <p:nvPr/>
        </p:nvSpPr>
        <p:spPr>
          <a:xfrm>
            <a:off x="1060683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1" name="Shape 528"/>
          <p:cNvSpPr/>
          <p:nvPr/>
        </p:nvSpPr>
        <p:spPr>
          <a:xfrm>
            <a:off x="1060683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2" name="Shape 529"/>
          <p:cNvSpPr/>
          <p:nvPr/>
        </p:nvSpPr>
        <p:spPr>
          <a:xfrm>
            <a:off x="1060683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3" name="Shape 530"/>
          <p:cNvSpPr/>
          <p:nvPr/>
        </p:nvSpPr>
        <p:spPr>
          <a:xfrm>
            <a:off x="1060683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4" name="Shape 531"/>
          <p:cNvSpPr/>
          <p:nvPr/>
        </p:nvSpPr>
        <p:spPr>
          <a:xfrm>
            <a:off x="1060683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5" name="Shape 532"/>
          <p:cNvSpPr/>
          <p:nvPr/>
        </p:nvSpPr>
        <p:spPr>
          <a:xfrm>
            <a:off x="1060683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6" name="Shape 533"/>
          <p:cNvSpPr/>
          <p:nvPr/>
        </p:nvSpPr>
        <p:spPr>
          <a:xfrm>
            <a:off x="1060683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7" name="Shape 534"/>
          <p:cNvSpPr/>
          <p:nvPr/>
        </p:nvSpPr>
        <p:spPr>
          <a:xfrm>
            <a:off x="1060683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8" name="Shape 535"/>
          <p:cNvSpPr/>
          <p:nvPr/>
        </p:nvSpPr>
        <p:spPr>
          <a:xfrm>
            <a:off x="1060683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9" name="Shape 536"/>
          <p:cNvSpPr/>
          <p:nvPr/>
        </p:nvSpPr>
        <p:spPr>
          <a:xfrm>
            <a:off x="1060683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Shape 537"/>
          <p:cNvSpPr/>
          <p:nvPr/>
        </p:nvSpPr>
        <p:spPr>
          <a:xfrm>
            <a:off x="1060683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1" name="Shape 538"/>
          <p:cNvSpPr/>
          <p:nvPr/>
        </p:nvSpPr>
        <p:spPr>
          <a:xfrm>
            <a:off x="1060683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2" name="Shape 539"/>
          <p:cNvSpPr/>
          <p:nvPr/>
        </p:nvSpPr>
        <p:spPr>
          <a:xfrm>
            <a:off x="1060683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3" name="Shape 540"/>
          <p:cNvSpPr/>
          <p:nvPr/>
        </p:nvSpPr>
        <p:spPr>
          <a:xfrm>
            <a:off x="1060683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4" name="Shape 541"/>
          <p:cNvSpPr/>
          <p:nvPr/>
        </p:nvSpPr>
        <p:spPr>
          <a:xfrm>
            <a:off x="1060683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5" name="Shape 542"/>
          <p:cNvSpPr/>
          <p:nvPr/>
        </p:nvSpPr>
        <p:spPr>
          <a:xfrm>
            <a:off x="1060683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6" name="Shape 543"/>
          <p:cNvSpPr/>
          <p:nvPr/>
        </p:nvSpPr>
        <p:spPr>
          <a:xfrm>
            <a:off x="1060683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7" name="Shape 544"/>
          <p:cNvSpPr/>
          <p:nvPr/>
        </p:nvSpPr>
        <p:spPr>
          <a:xfrm>
            <a:off x="1060683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8" name="Shape 545"/>
          <p:cNvSpPr/>
          <p:nvPr/>
        </p:nvSpPr>
        <p:spPr>
          <a:xfrm>
            <a:off x="1060683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9" name="Shape 546"/>
          <p:cNvSpPr/>
          <p:nvPr/>
        </p:nvSpPr>
        <p:spPr>
          <a:xfrm>
            <a:off x="1060683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0" name="Shape 547"/>
          <p:cNvSpPr/>
          <p:nvPr/>
        </p:nvSpPr>
        <p:spPr>
          <a:xfrm>
            <a:off x="1078971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1" name="Shape 548"/>
          <p:cNvSpPr/>
          <p:nvPr/>
        </p:nvSpPr>
        <p:spPr>
          <a:xfrm>
            <a:off x="1078971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2" name="Shape 549"/>
          <p:cNvSpPr/>
          <p:nvPr/>
        </p:nvSpPr>
        <p:spPr>
          <a:xfrm>
            <a:off x="1078971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3" name="Shape 550"/>
          <p:cNvSpPr/>
          <p:nvPr/>
        </p:nvSpPr>
        <p:spPr>
          <a:xfrm>
            <a:off x="1078971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4" name="Shape 551"/>
          <p:cNvSpPr/>
          <p:nvPr/>
        </p:nvSpPr>
        <p:spPr>
          <a:xfrm>
            <a:off x="1078971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5" name="Shape 552"/>
          <p:cNvSpPr/>
          <p:nvPr/>
        </p:nvSpPr>
        <p:spPr>
          <a:xfrm>
            <a:off x="1078971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6" name="Shape 553"/>
          <p:cNvSpPr/>
          <p:nvPr/>
        </p:nvSpPr>
        <p:spPr>
          <a:xfrm>
            <a:off x="1078971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7" name="Shape 554"/>
          <p:cNvSpPr/>
          <p:nvPr/>
        </p:nvSpPr>
        <p:spPr>
          <a:xfrm>
            <a:off x="1078971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Shape 555"/>
          <p:cNvSpPr/>
          <p:nvPr/>
        </p:nvSpPr>
        <p:spPr>
          <a:xfrm>
            <a:off x="1078971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9" name="Shape 556"/>
          <p:cNvSpPr/>
          <p:nvPr/>
        </p:nvSpPr>
        <p:spPr>
          <a:xfrm>
            <a:off x="1078971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0" name="Shape 557"/>
          <p:cNvSpPr/>
          <p:nvPr/>
        </p:nvSpPr>
        <p:spPr>
          <a:xfrm>
            <a:off x="1078971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1" name="Shape 558"/>
          <p:cNvSpPr/>
          <p:nvPr/>
        </p:nvSpPr>
        <p:spPr>
          <a:xfrm>
            <a:off x="1078971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2" name="Shape 559"/>
          <p:cNvSpPr/>
          <p:nvPr/>
        </p:nvSpPr>
        <p:spPr>
          <a:xfrm>
            <a:off x="1078971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3" name="Shape 560"/>
          <p:cNvSpPr/>
          <p:nvPr/>
        </p:nvSpPr>
        <p:spPr>
          <a:xfrm>
            <a:off x="1078971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4" name="Shape 561"/>
          <p:cNvSpPr/>
          <p:nvPr/>
        </p:nvSpPr>
        <p:spPr>
          <a:xfrm>
            <a:off x="1078971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5" name="Shape 562"/>
          <p:cNvSpPr/>
          <p:nvPr/>
        </p:nvSpPr>
        <p:spPr>
          <a:xfrm>
            <a:off x="1078971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6" name="Shape 563"/>
          <p:cNvSpPr/>
          <p:nvPr/>
        </p:nvSpPr>
        <p:spPr>
          <a:xfrm>
            <a:off x="1078971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7" name="Shape 564"/>
          <p:cNvSpPr/>
          <p:nvPr/>
        </p:nvSpPr>
        <p:spPr>
          <a:xfrm>
            <a:off x="1078971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8" name="Shape 565"/>
          <p:cNvSpPr/>
          <p:nvPr/>
        </p:nvSpPr>
        <p:spPr>
          <a:xfrm>
            <a:off x="1078971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9" name="Shape 566"/>
          <p:cNvSpPr/>
          <p:nvPr/>
        </p:nvSpPr>
        <p:spPr>
          <a:xfrm>
            <a:off x="1078971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Shape 567"/>
          <p:cNvSpPr/>
          <p:nvPr/>
        </p:nvSpPr>
        <p:spPr>
          <a:xfrm>
            <a:off x="1078971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1" name="Shape 568"/>
          <p:cNvSpPr/>
          <p:nvPr/>
        </p:nvSpPr>
        <p:spPr>
          <a:xfrm>
            <a:off x="1078971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2" name="Shape 569"/>
          <p:cNvSpPr/>
          <p:nvPr/>
        </p:nvSpPr>
        <p:spPr>
          <a:xfrm>
            <a:off x="1078971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3" name="Shape 570"/>
          <p:cNvSpPr/>
          <p:nvPr/>
        </p:nvSpPr>
        <p:spPr>
          <a:xfrm>
            <a:off x="1078971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4" name="Shape 571"/>
          <p:cNvSpPr/>
          <p:nvPr/>
        </p:nvSpPr>
        <p:spPr>
          <a:xfrm>
            <a:off x="1078971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5" name="Shape 572"/>
          <p:cNvSpPr/>
          <p:nvPr/>
        </p:nvSpPr>
        <p:spPr>
          <a:xfrm>
            <a:off x="1078971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6" name="Shape 573"/>
          <p:cNvSpPr/>
          <p:nvPr/>
        </p:nvSpPr>
        <p:spPr>
          <a:xfrm>
            <a:off x="1078971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7" name="Shape 574"/>
          <p:cNvSpPr/>
          <p:nvPr/>
        </p:nvSpPr>
        <p:spPr>
          <a:xfrm>
            <a:off x="1078971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8" name="Shape 575"/>
          <p:cNvSpPr/>
          <p:nvPr/>
        </p:nvSpPr>
        <p:spPr>
          <a:xfrm>
            <a:off x="1078971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9" name="Shape 576"/>
          <p:cNvSpPr/>
          <p:nvPr/>
        </p:nvSpPr>
        <p:spPr>
          <a:xfrm>
            <a:off x="1078971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0" name="Shape 577"/>
          <p:cNvSpPr/>
          <p:nvPr/>
        </p:nvSpPr>
        <p:spPr>
          <a:xfrm>
            <a:off x="1078971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1" name="Shape 578"/>
          <p:cNvSpPr/>
          <p:nvPr/>
        </p:nvSpPr>
        <p:spPr>
          <a:xfrm>
            <a:off x="1078971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2" name="Shape 579"/>
          <p:cNvSpPr/>
          <p:nvPr/>
        </p:nvSpPr>
        <p:spPr>
          <a:xfrm>
            <a:off x="1078971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3" name="Shape 580"/>
          <p:cNvSpPr/>
          <p:nvPr/>
        </p:nvSpPr>
        <p:spPr>
          <a:xfrm>
            <a:off x="1078971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4" name="Shape 581"/>
          <p:cNvSpPr/>
          <p:nvPr/>
        </p:nvSpPr>
        <p:spPr>
          <a:xfrm>
            <a:off x="1078971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5" name="Shape 582"/>
          <p:cNvSpPr/>
          <p:nvPr/>
        </p:nvSpPr>
        <p:spPr>
          <a:xfrm>
            <a:off x="1078971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6" name="Shape 583"/>
          <p:cNvSpPr/>
          <p:nvPr/>
        </p:nvSpPr>
        <p:spPr>
          <a:xfrm>
            <a:off x="1097259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7" name="Shape 584"/>
          <p:cNvSpPr/>
          <p:nvPr/>
        </p:nvSpPr>
        <p:spPr>
          <a:xfrm>
            <a:off x="1097259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8" name="Shape 585"/>
          <p:cNvSpPr/>
          <p:nvPr/>
        </p:nvSpPr>
        <p:spPr>
          <a:xfrm>
            <a:off x="1097259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9" name="Shape 586"/>
          <p:cNvSpPr/>
          <p:nvPr/>
        </p:nvSpPr>
        <p:spPr>
          <a:xfrm>
            <a:off x="1097259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0" name="Shape 587"/>
          <p:cNvSpPr/>
          <p:nvPr/>
        </p:nvSpPr>
        <p:spPr>
          <a:xfrm>
            <a:off x="1097259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1" name="Shape 588"/>
          <p:cNvSpPr/>
          <p:nvPr/>
        </p:nvSpPr>
        <p:spPr>
          <a:xfrm>
            <a:off x="1097259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2" name="Shape 589"/>
          <p:cNvSpPr/>
          <p:nvPr/>
        </p:nvSpPr>
        <p:spPr>
          <a:xfrm>
            <a:off x="1097259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3" name="Shape 590"/>
          <p:cNvSpPr/>
          <p:nvPr/>
        </p:nvSpPr>
        <p:spPr>
          <a:xfrm>
            <a:off x="1097259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Shape 591"/>
          <p:cNvSpPr/>
          <p:nvPr/>
        </p:nvSpPr>
        <p:spPr>
          <a:xfrm>
            <a:off x="1097259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5" name="Shape 592"/>
          <p:cNvSpPr/>
          <p:nvPr/>
        </p:nvSpPr>
        <p:spPr>
          <a:xfrm>
            <a:off x="1097259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6" name="Shape 593"/>
          <p:cNvSpPr/>
          <p:nvPr/>
        </p:nvSpPr>
        <p:spPr>
          <a:xfrm>
            <a:off x="1097259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7" name="Shape 594"/>
          <p:cNvSpPr/>
          <p:nvPr/>
        </p:nvSpPr>
        <p:spPr>
          <a:xfrm>
            <a:off x="1097259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8" name="Shape 595"/>
          <p:cNvSpPr/>
          <p:nvPr/>
        </p:nvSpPr>
        <p:spPr>
          <a:xfrm>
            <a:off x="1097259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9" name="Shape 596"/>
          <p:cNvSpPr/>
          <p:nvPr/>
        </p:nvSpPr>
        <p:spPr>
          <a:xfrm>
            <a:off x="1097259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0" name="Shape 597"/>
          <p:cNvSpPr/>
          <p:nvPr/>
        </p:nvSpPr>
        <p:spPr>
          <a:xfrm>
            <a:off x="1097259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1" name="Shape 598"/>
          <p:cNvSpPr/>
          <p:nvPr/>
        </p:nvSpPr>
        <p:spPr>
          <a:xfrm>
            <a:off x="1097259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2" name="Shape 599"/>
          <p:cNvSpPr/>
          <p:nvPr/>
        </p:nvSpPr>
        <p:spPr>
          <a:xfrm>
            <a:off x="1097259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3" name="Shape 600"/>
          <p:cNvSpPr/>
          <p:nvPr/>
        </p:nvSpPr>
        <p:spPr>
          <a:xfrm>
            <a:off x="1097259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4" name="Shape 601"/>
          <p:cNvSpPr/>
          <p:nvPr/>
        </p:nvSpPr>
        <p:spPr>
          <a:xfrm>
            <a:off x="1097259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Shape 602"/>
          <p:cNvSpPr/>
          <p:nvPr/>
        </p:nvSpPr>
        <p:spPr>
          <a:xfrm>
            <a:off x="1097259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Shape 603"/>
          <p:cNvSpPr/>
          <p:nvPr/>
        </p:nvSpPr>
        <p:spPr>
          <a:xfrm>
            <a:off x="1097259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7" name="Shape 604"/>
          <p:cNvSpPr/>
          <p:nvPr/>
        </p:nvSpPr>
        <p:spPr>
          <a:xfrm>
            <a:off x="1097259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8" name="Shape 605"/>
          <p:cNvSpPr/>
          <p:nvPr/>
        </p:nvSpPr>
        <p:spPr>
          <a:xfrm>
            <a:off x="1097259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9" name="Shape 606"/>
          <p:cNvSpPr/>
          <p:nvPr/>
        </p:nvSpPr>
        <p:spPr>
          <a:xfrm>
            <a:off x="1097259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0" name="Shape 607"/>
          <p:cNvSpPr/>
          <p:nvPr/>
        </p:nvSpPr>
        <p:spPr>
          <a:xfrm>
            <a:off x="1097259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1" name="Shape 608"/>
          <p:cNvSpPr/>
          <p:nvPr/>
        </p:nvSpPr>
        <p:spPr>
          <a:xfrm>
            <a:off x="1097259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2" name="Shape 609"/>
          <p:cNvSpPr/>
          <p:nvPr/>
        </p:nvSpPr>
        <p:spPr>
          <a:xfrm>
            <a:off x="1097259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3" name="Shape 610"/>
          <p:cNvSpPr/>
          <p:nvPr/>
        </p:nvSpPr>
        <p:spPr>
          <a:xfrm>
            <a:off x="1097259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4" name="Shape 611"/>
          <p:cNvSpPr/>
          <p:nvPr/>
        </p:nvSpPr>
        <p:spPr>
          <a:xfrm>
            <a:off x="1097259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5" name="Shape 612"/>
          <p:cNvSpPr/>
          <p:nvPr/>
        </p:nvSpPr>
        <p:spPr>
          <a:xfrm>
            <a:off x="1097259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6" name="Shape 613"/>
          <p:cNvSpPr/>
          <p:nvPr/>
        </p:nvSpPr>
        <p:spPr>
          <a:xfrm>
            <a:off x="1097259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7" name="Shape 614"/>
          <p:cNvSpPr/>
          <p:nvPr/>
        </p:nvSpPr>
        <p:spPr>
          <a:xfrm>
            <a:off x="1097259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8" name="Shape 615"/>
          <p:cNvSpPr/>
          <p:nvPr/>
        </p:nvSpPr>
        <p:spPr>
          <a:xfrm>
            <a:off x="1097259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9" name="Shape 616"/>
          <p:cNvSpPr/>
          <p:nvPr/>
        </p:nvSpPr>
        <p:spPr>
          <a:xfrm>
            <a:off x="1097259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0" name="Shape 617"/>
          <p:cNvSpPr/>
          <p:nvPr/>
        </p:nvSpPr>
        <p:spPr>
          <a:xfrm>
            <a:off x="1097259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1" name="Shape 618"/>
          <p:cNvSpPr/>
          <p:nvPr/>
        </p:nvSpPr>
        <p:spPr>
          <a:xfrm>
            <a:off x="1097259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2" name="Shape 619"/>
          <p:cNvSpPr/>
          <p:nvPr/>
        </p:nvSpPr>
        <p:spPr>
          <a:xfrm>
            <a:off x="1115547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3" name="Shape 620"/>
          <p:cNvSpPr/>
          <p:nvPr/>
        </p:nvSpPr>
        <p:spPr>
          <a:xfrm>
            <a:off x="1115547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4" name="Shape 621"/>
          <p:cNvSpPr/>
          <p:nvPr/>
        </p:nvSpPr>
        <p:spPr>
          <a:xfrm>
            <a:off x="1115547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5" name="Shape 622"/>
          <p:cNvSpPr/>
          <p:nvPr/>
        </p:nvSpPr>
        <p:spPr>
          <a:xfrm>
            <a:off x="1115547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6" name="Shape 623"/>
          <p:cNvSpPr/>
          <p:nvPr/>
        </p:nvSpPr>
        <p:spPr>
          <a:xfrm>
            <a:off x="1115547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7" name="Shape 624"/>
          <p:cNvSpPr/>
          <p:nvPr/>
        </p:nvSpPr>
        <p:spPr>
          <a:xfrm>
            <a:off x="1115547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8" name="Shape 625"/>
          <p:cNvSpPr/>
          <p:nvPr/>
        </p:nvSpPr>
        <p:spPr>
          <a:xfrm>
            <a:off x="1115547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9" name="Shape 626"/>
          <p:cNvSpPr/>
          <p:nvPr/>
        </p:nvSpPr>
        <p:spPr>
          <a:xfrm>
            <a:off x="1115547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0" name="Shape 627"/>
          <p:cNvSpPr/>
          <p:nvPr/>
        </p:nvSpPr>
        <p:spPr>
          <a:xfrm>
            <a:off x="1115547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1" name="Shape 628"/>
          <p:cNvSpPr/>
          <p:nvPr/>
        </p:nvSpPr>
        <p:spPr>
          <a:xfrm>
            <a:off x="1115547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2" name="Shape 629"/>
          <p:cNvSpPr/>
          <p:nvPr/>
        </p:nvSpPr>
        <p:spPr>
          <a:xfrm>
            <a:off x="1115547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3" name="Shape 630"/>
          <p:cNvSpPr/>
          <p:nvPr/>
        </p:nvSpPr>
        <p:spPr>
          <a:xfrm>
            <a:off x="1115547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4" name="Shape 631"/>
          <p:cNvSpPr/>
          <p:nvPr/>
        </p:nvSpPr>
        <p:spPr>
          <a:xfrm>
            <a:off x="1115547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5" name="Shape 632"/>
          <p:cNvSpPr/>
          <p:nvPr/>
        </p:nvSpPr>
        <p:spPr>
          <a:xfrm>
            <a:off x="1115547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6" name="Shape 633"/>
          <p:cNvSpPr/>
          <p:nvPr/>
        </p:nvSpPr>
        <p:spPr>
          <a:xfrm>
            <a:off x="1115547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7" name="Shape 634"/>
          <p:cNvSpPr/>
          <p:nvPr/>
        </p:nvSpPr>
        <p:spPr>
          <a:xfrm>
            <a:off x="1115547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8" name="Shape 635"/>
          <p:cNvSpPr/>
          <p:nvPr/>
        </p:nvSpPr>
        <p:spPr>
          <a:xfrm>
            <a:off x="1115547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9" name="Shape 636"/>
          <p:cNvSpPr/>
          <p:nvPr/>
        </p:nvSpPr>
        <p:spPr>
          <a:xfrm>
            <a:off x="1115547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0" name="Shape 637"/>
          <p:cNvSpPr/>
          <p:nvPr/>
        </p:nvSpPr>
        <p:spPr>
          <a:xfrm>
            <a:off x="1115547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1" name="Shape 638"/>
          <p:cNvSpPr/>
          <p:nvPr/>
        </p:nvSpPr>
        <p:spPr>
          <a:xfrm>
            <a:off x="1115547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2" name="Shape 639"/>
          <p:cNvSpPr/>
          <p:nvPr/>
        </p:nvSpPr>
        <p:spPr>
          <a:xfrm>
            <a:off x="1115547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3" name="Shape 640"/>
          <p:cNvSpPr/>
          <p:nvPr/>
        </p:nvSpPr>
        <p:spPr>
          <a:xfrm>
            <a:off x="1115547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4" name="Shape 641"/>
          <p:cNvSpPr/>
          <p:nvPr/>
        </p:nvSpPr>
        <p:spPr>
          <a:xfrm>
            <a:off x="1115547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5" name="Shape 642"/>
          <p:cNvSpPr/>
          <p:nvPr/>
        </p:nvSpPr>
        <p:spPr>
          <a:xfrm>
            <a:off x="1115547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6" name="Shape 643"/>
          <p:cNvSpPr/>
          <p:nvPr/>
        </p:nvSpPr>
        <p:spPr>
          <a:xfrm>
            <a:off x="1115547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7" name="Shape 644"/>
          <p:cNvSpPr/>
          <p:nvPr/>
        </p:nvSpPr>
        <p:spPr>
          <a:xfrm>
            <a:off x="1115547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8" name="Shape 645"/>
          <p:cNvSpPr/>
          <p:nvPr/>
        </p:nvSpPr>
        <p:spPr>
          <a:xfrm>
            <a:off x="1115547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9" name="Shape 646"/>
          <p:cNvSpPr/>
          <p:nvPr/>
        </p:nvSpPr>
        <p:spPr>
          <a:xfrm>
            <a:off x="1115547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0" name="Shape 647"/>
          <p:cNvSpPr/>
          <p:nvPr/>
        </p:nvSpPr>
        <p:spPr>
          <a:xfrm>
            <a:off x="1115547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1" name="Shape 648"/>
          <p:cNvSpPr/>
          <p:nvPr/>
        </p:nvSpPr>
        <p:spPr>
          <a:xfrm>
            <a:off x="1115547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2" name="Shape 649"/>
          <p:cNvSpPr/>
          <p:nvPr/>
        </p:nvSpPr>
        <p:spPr>
          <a:xfrm>
            <a:off x="1115547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3" name="Shape 650"/>
          <p:cNvSpPr/>
          <p:nvPr/>
        </p:nvSpPr>
        <p:spPr>
          <a:xfrm>
            <a:off x="1115547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4" name="Shape 651"/>
          <p:cNvSpPr/>
          <p:nvPr/>
        </p:nvSpPr>
        <p:spPr>
          <a:xfrm>
            <a:off x="1115547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5" name="Shape 652"/>
          <p:cNvSpPr/>
          <p:nvPr/>
        </p:nvSpPr>
        <p:spPr>
          <a:xfrm>
            <a:off x="1115547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6" name="Shape 653"/>
          <p:cNvSpPr/>
          <p:nvPr/>
        </p:nvSpPr>
        <p:spPr>
          <a:xfrm>
            <a:off x="1115547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7" name="Shape 654"/>
          <p:cNvSpPr/>
          <p:nvPr/>
        </p:nvSpPr>
        <p:spPr>
          <a:xfrm>
            <a:off x="1115547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8" name="Shape 655"/>
          <p:cNvSpPr/>
          <p:nvPr/>
        </p:nvSpPr>
        <p:spPr>
          <a:xfrm>
            <a:off x="1133835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9" name="Shape 656"/>
          <p:cNvSpPr/>
          <p:nvPr/>
        </p:nvSpPr>
        <p:spPr>
          <a:xfrm>
            <a:off x="1133835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0" name="Shape 657"/>
          <p:cNvSpPr/>
          <p:nvPr/>
        </p:nvSpPr>
        <p:spPr>
          <a:xfrm>
            <a:off x="1133835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1" name="Shape 658"/>
          <p:cNvSpPr/>
          <p:nvPr/>
        </p:nvSpPr>
        <p:spPr>
          <a:xfrm>
            <a:off x="1133835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2" name="Shape 659"/>
          <p:cNvSpPr/>
          <p:nvPr/>
        </p:nvSpPr>
        <p:spPr>
          <a:xfrm>
            <a:off x="1133835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3" name="Shape 660"/>
          <p:cNvSpPr/>
          <p:nvPr/>
        </p:nvSpPr>
        <p:spPr>
          <a:xfrm>
            <a:off x="1133835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4" name="Shape 661"/>
          <p:cNvSpPr/>
          <p:nvPr/>
        </p:nvSpPr>
        <p:spPr>
          <a:xfrm>
            <a:off x="1133835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5" name="Shape 662"/>
          <p:cNvSpPr/>
          <p:nvPr/>
        </p:nvSpPr>
        <p:spPr>
          <a:xfrm>
            <a:off x="1133835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6" name="Shape 663"/>
          <p:cNvSpPr/>
          <p:nvPr/>
        </p:nvSpPr>
        <p:spPr>
          <a:xfrm>
            <a:off x="1133835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7" name="Shape 664"/>
          <p:cNvSpPr/>
          <p:nvPr/>
        </p:nvSpPr>
        <p:spPr>
          <a:xfrm>
            <a:off x="1133835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8" name="Shape 665"/>
          <p:cNvSpPr/>
          <p:nvPr/>
        </p:nvSpPr>
        <p:spPr>
          <a:xfrm>
            <a:off x="1133835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9" name="Shape 666"/>
          <p:cNvSpPr/>
          <p:nvPr/>
        </p:nvSpPr>
        <p:spPr>
          <a:xfrm>
            <a:off x="1133835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0" name="Shape 667"/>
          <p:cNvSpPr/>
          <p:nvPr/>
        </p:nvSpPr>
        <p:spPr>
          <a:xfrm>
            <a:off x="1133835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1" name="Shape 668"/>
          <p:cNvSpPr/>
          <p:nvPr/>
        </p:nvSpPr>
        <p:spPr>
          <a:xfrm>
            <a:off x="1133835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2" name="Shape 669"/>
          <p:cNvSpPr/>
          <p:nvPr/>
        </p:nvSpPr>
        <p:spPr>
          <a:xfrm>
            <a:off x="1133835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3" name="Shape 670"/>
          <p:cNvSpPr/>
          <p:nvPr/>
        </p:nvSpPr>
        <p:spPr>
          <a:xfrm>
            <a:off x="1133835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4" name="Shape 671"/>
          <p:cNvSpPr/>
          <p:nvPr/>
        </p:nvSpPr>
        <p:spPr>
          <a:xfrm>
            <a:off x="1133835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5" name="Shape 672"/>
          <p:cNvSpPr/>
          <p:nvPr/>
        </p:nvSpPr>
        <p:spPr>
          <a:xfrm>
            <a:off x="1133835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6" name="Shape 673"/>
          <p:cNvSpPr/>
          <p:nvPr/>
        </p:nvSpPr>
        <p:spPr>
          <a:xfrm>
            <a:off x="1133835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7" name="Shape 674"/>
          <p:cNvSpPr/>
          <p:nvPr/>
        </p:nvSpPr>
        <p:spPr>
          <a:xfrm>
            <a:off x="1133835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8" name="Shape 675"/>
          <p:cNvSpPr/>
          <p:nvPr/>
        </p:nvSpPr>
        <p:spPr>
          <a:xfrm>
            <a:off x="1133835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9" name="Shape 676"/>
          <p:cNvSpPr/>
          <p:nvPr/>
        </p:nvSpPr>
        <p:spPr>
          <a:xfrm>
            <a:off x="1133835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0" name="Shape 677"/>
          <p:cNvSpPr/>
          <p:nvPr/>
        </p:nvSpPr>
        <p:spPr>
          <a:xfrm>
            <a:off x="1133835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1" name="Shape 678"/>
          <p:cNvSpPr/>
          <p:nvPr/>
        </p:nvSpPr>
        <p:spPr>
          <a:xfrm>
            <a:off x="1133835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2" name="Shape 679"/>
          <p:cNvSpPr/>
          <p:nvPr/>
        </p:nvSpPr>
        <p:spPr>
          <a:xfrm>
            <a:off x="1133835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3" name="Shape 680"/>
          <p:cNvSpPr/>
          <p:nvPr/>
        </p:nvSpPr>
        <p:spPr>
          <a:xfrm>
            <a:off x="1133835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4" name="Shape 681"/>
          <p:cNvSpPr/>
          <p:nvPr/>
        </p:nvSpPr>
        <p:spPr>
          <a:xfrm>
            <a:off x="1133835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5" name="Shape 682"/>
          <p:cNvSpPr/>
          <p:nvPr/>
        </p:nvSpPr>
        <p:spPr>
          <a:xfrm>
            <a:off x="1133835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6" name="Shape 683"/>
          <p:cNvSpPr/>
          <p:nvPr/>
        </p:nvSpPr>
        <p:spPr>
          <a:xfrm>
            <a:off x="1133835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7" name="Shape 684"/>
          <p:cNvSpPr/>
          <p:nvPr/>
        </p:nvSpPr>
        <p:spPr>
          <a:xfrm>
            <a:off x="1133835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8" name="Shape 685"/>
          <p:cNvSpPr/>
          <p:nvPr/>
        </p:nvSpPr>
        <p:spPr>
          <a:xfrm>
            <a:off x="1133835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9" name="Shape 686"/>
          <p:cNvSpPr/>
          <p:nvPr/>
        </p:nvSpPr>
        <p:spPr>
          <a:xfrm>
            <a:off x="1133835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0" name="Shape 687"/>
          <p:cNvSpPr/>
          <p:nvPr/>
        </p:nvSpPr>
        <p:spPr>
          <a:xfrm>
            <a:off x="1133835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1" name="Shape 688"/>
          <p:cNvSpPr/>
          <p:nvPr/>
        </p:nvSpPr>
        <p:spPr>
          <a:xfrm>
            <a:off x="1133835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2" name="Shape 689"/>
          <p:cNvSpPr/>
          <p:nvPr/>
        </p:nvSpPr>
        <p:spPr>
          <a:xfrm>
            <a:off x="1133835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3" name="Shape 690"/>
          <p:cNvSpPr/>
          <p:nvPr/>
        </p:nvSpPr>
        <p:spPr>
          <a:xfrm>
            <a:off x="1133835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4" name="Shape 691"/>
          <p:cNvSpPr/>
          <p:nvPr/>
        </p:nvSpPr>
        <p:spPr>
          <a:xfrm>
            <a:off x="1152123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5" name="Shape 692"/>
          <p:cNvSpPr/>
          <p:nvPr/>
        </p:nvSpPr>
        <p:spPr>
          <a:xfrm>
            <a:off x="1152123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6" name="Shape 693"/>
          <p:cNvSpPr/>
          <p:nvPr/>
        </p:nvSpPr>
        <p:spPr>
          <a:xfrm>
            <a:off x="1152123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7" name="Shape 694"/>
          <p:cNvSpPr/>
          <p:nvPr/>
        </p:nvSpPr>
        <p:spPr>
          <a:xfrm>
            <a:off x="1152123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8" name="Shape 695"/>
          <p:cNvSpPr/>
          <p:nvPr/>
        </p:nvSpPr>
        <p:spPr>
          <a:xfrm>
            <a:off x="1152123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9" name="Shape 696"/>
          <p:cNvSpPr/>
          <p:nvPr/>
        </p:nvSpPr>
        <p:spPr>
          <a:xfrm>
            <a:off x="1152123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0" name="Shape 697"/>
          <p:cNvSpPr/>
          <p:nvPr/>
        </p:nvSpPr>
        <p:spPr>
          <a:xfrm>
            <a:off x="1152123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1" name="Shape 698"/>
          <p:cNvSpPr/>
          <p:nvPr/>
        </p:nvSpPr>
        <p:spPr>
          <a:xfrm>
            <a:off x="1152123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2" name="Shape 699"/>
          <p:cNvSpPr/>
          <p:nvPr/>
        </p:nvSpPr>
        <p:spPr>
          <a:xfrm>
            <a:off x="1152123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3" name="Shape 700"/>
          <p:cNvSpPr/>
          <p:nvPr/>
        </p:nvSpPr>
        <p:spPr>
          <a:xfrm>
            <a:off x="1152123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4" name="Shape 701"/>
          <p:cNvSpPr/>
          <p:nvPr/>
        </p:nvSpPr>
        <p:spPr>
          <a:xfrm>
            <a:off x="1152123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5" name="Shape 702"/>
          <p:cNvSpPr/>
          <p:nvPr/>
        </p:nvSpPr>
        <p:spPr>
          <a:xfrm>
            <a:off x="1152123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6" name="Shape 703"/>
          <p:cNvSpPr/>
          <p:nvPr/>
        </p:nvSpPr>
        <p:spPr>
          <a:xfrm>
            <a:off x="1152123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7" name="Shape 704"/>
          <p:cNvSpPr/>
          <p:nvPr/>
        </p:nvSpPr>
        <p:spPr>
          <a:xfrm>
            <a:off x="1152123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8" name="Shape 705"/>
          <p:cNvSpPr/>
          <p:nvPr/>
        </p:nvSpPr>
        <p:spPr>
          <a:xfrm>
            <a:off x="1152123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9" name="Shape 706"/>
          <p:cNvSpPr/>
          <p:nvPr/>
        </p:nvSpPr>
        <p:spPr>
          <a:xfrm>
            <a:off x="1152123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0" name="Shape 707"/>
          <p:cNvSpPr/>
          <p:nvPr/>
        </p:nvSpPr>
        <p:spPr>
          <a:xfrm>
            <a:off x="1152123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1" name="Shape 708"/>
          <p:cNvSpPr/>
          <p:nvPr/>
        </p:nvSpPr>
        <p:spPr>
          <a:xfrm>
            <a:off x="1152123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2" name="Shape 709"/>
          <p:cNvSpPr/>
          <p:nvPr/>
        </p:nvSpPr>
        <p:spPr>
          <a:xfrm>
            <a:off x="1152123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3" name="Shape 710"/>
          <p:cNvSpPr/>
          <p:nvPr/>
        </p:nvSpPr>
        <p:spPr>
          <a:xfrm>
            <a:off x="1152123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4" name="Shape 711"/>
          <p:cNvSpPr/>
          <p:nvPr/>
        </p:nvSpPr>
        <p:spPr>
          <a:xfrm>
            <a:off x="1152123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5" name="Shape 712"/>
          <p:cNvSpPr/>
          <p:nvPr/>
        </p:nvSpPr>
        <p:spPr>
          <a:xfrm>
            <a:off x="1152123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6" name="Shape 713"/>
          <p:cNvSpPr/>
          <p:nvPr/>
        </p:nvSpPr>
        <p:spPr>
          <a:xfrm>
            <a:off x="1152123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7" name="Shape 714"/>
          <p:cNvSpPr/>
          <p:nvPr/>
        </p:nvSpPr>
        <p:spPr>
          <a:xfrm>
            <a:off x="1152123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8" name="Shape 715"/>
          <p:cNvSpPr/>
          <p:nvPr/>
        </p:nvSpPr>
        <p:spPr>
          <a:xfrm>
            <a:off x="1152123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9" name="Shape 716"/>
          <p:cNvSpPr/>
          <p:nvPr/>
        </p:nvSpPr>
        <p:spPr>
          <a:xfrm>
            <a:off x="1152123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0" name="Shape 717"/>
          <p:cNvSpPr/>
          <p:nvPr/>
        </p:nvSpPr>
        <p:spPr>
          <a:xfrm>
            <a:off x="1152123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1" name="Shape 718"/>
          <p:cNvSpPr/>
          <p:nvPr/>
        </p:nvSpPr>
        <p:spPr>
          <a:xfrm>
            <a:off x="1152123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2" name="Shape 719"/>
          <p:cNvSpPr/>
          <p:nvPr/>
        </p:nvSpPr>
        <p:spPr>
          <a:xfrm>
            <a:off x="1152123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3" name="Shape 720"/>
          <p:cNvSpPr/>
          <p:nvPr/>
        </p:nvSpPr>
        <p:spPr>
          <a:xfrm>
            <a:off x="1152123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4" name="Shape 721"/>
          <p:cNvSpPr/>
          <p:nvPr/>
        </p:nvSpPr>
        <p:spPr>
          <a:xfrm>
            <a:off x="1152123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5" name="Shape 722"/>
          <p:cNvSpPr/>
          <p:nvPr/>
        </p:nvSpPr>
        <p:spPr>
          <a:xfrm>
            <a:off x="1152123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6" name="Shape 723"/>
          <p:cNvSpPr/>
          <p:nvPr/>
        </p:nvSpPr>
        <p:spPr>
          <a:xfrm>
            <a:off x="1152123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7" name="Shape 724"/>
          <p:cNvSpPr/>
          <p:nvPr/>
        </p:nvSpPr>
        <p:spPr>
          <a:xfrm>
            <a:off x="1152123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8" name="Shape 725"/>
          <p:cNvSpPr/>
          <p:nvPr/>
        </p:nvSpPr>
        <p:spPr>
          <a:xfrm>
            <a:off x="1152123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9" name="Shape 726"/>
          <p:cNvSpPr/>
          <p:nvPr/>
        </p:nvSpPr>
        <p:spPr>
          <a:xfrm>
            <a:off x="1152123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0" name="Shape 727"/>
          <p:cNvSpPr/>
          <p:nvPr/>
        </p:nvSpPr>
        <p:spPr>
          <a:xfrm>
            <a:off x="1170411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1" name="Shape 728"/>
          <p:cNvSpPr/>
          <p:nvPr/>
        </p:nvSpPr>
        <p:spPr>
          <a:xfrm>
            <a:off x="1170411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2" name="Shape 729"/>
          <p:cNvSpPr/>
          <p:nvPr/>
        </p:nvSpPr>
        <p:spPr>
          <a:xfrm>
            <a:off x="1170411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3" name="Shape 730"/>
          <p:cNvSpPr/>
          <p:nvPr/>
        </p:nvSpPr>
        <p:spPr>
          <a:xfrm>
            <a:off x="1170411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4" name="Shape 731"/>
          <p:cNvSpPr/>
          <p:nvPr/>
        </p:nvSpPr>
        <p:spPr>
          <a:xfrm>
            <a:off x="1170411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5" name="Shape 732"/>
          <p:cNvSpPr/>
          <p:nvPr/>
        </p:nvSpPr>
        <p:spPr>
          <a:xfrm>
            <a:off x="1170411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6" name="Shape 733"/>
          <p:cNvSpPr/>
          <p:nvPr/>
        </p:nvSpPr>
        <p:spPr>
          <a:xfrm>
            <a:off x="1170411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7" name="Shape 734"/>
          <p:cNvSpPr/>
          <p:nvPr/>
        </p:nvSpPr>
        <p:spPr>
          <a:xfrm>
            <a:off x="1170411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8" name="Shape 735"/>
          <p:cNvSpPr/>
          <p:nvPr/>
        </p:nvSpPr>
        <p:spPr>
          <a:xfrm>
            <a:off x="1170411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9" name="Shape 736"/>
          <p:cNvSpPr/>
          <p:nvPr/>
        </p:nvSpPr>
        <p:spPr>
          <a:xfrm>
            <a:off x="1170411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0" name="Shape 737"/>
          <p:cNvSpPr/>
          <p:nvPr/>
        </p:nvSpPr>
        <p:spPr>
          <a:xfrm>
            <a:off x="1170411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1" name="Shape 738"/>
          <p:cNvSpPr/>
          <p:nvPr/>
        </p:nvSpPr>
        <p:spPr>
          <a:xfrm>
            <a:off x="1170411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2" name="Shape 739"/>
          <p:cNvSpPr/>
          <p:nvPr/>
        </p:nvSpPr>
        <p:spPr>
          <a:xfrm>
            <a:off x="1170411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3" name="Shape 740"/>
          <p:cNvSpPr/>
          <p:nvPr/>
        </p:nvSpPr>
        <p:spPr>
          <a:xfrm>
            <a:off x="1170411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4" name="Shape 741"/>
          <p:cNvSpPr/>
          <p:nvPr/>
        </p:nvSpPr>
        <p:spPr>
          <a:xfrm>
            <a:off x="1170411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5" name="Shape 742"/>
          <p:cNvSpPr/>
          <p:nvPr/>
        </p:nvSpPr>
        <p:spPr>
          <a:xfrm>
            <a:off x="1170411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6" name="Shape 743"/>
          <p:cNvSpPr/>
          <p:nvPr/>
        </p:nvSpPr>
        <p:spPr>
          <a:xfrm>
            <a:off x="1170411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7" name="Shape 744"/>
          <p:cNvSpPr/>
          <p:nvPr/>
        </p:nvSpPr>
        <p:spPr>
          <a:xfrm>
            <a:off x="1170411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8" name="Shape 745"/>
          <p:cNvSpPr/>
          <p:nvPr/>
        </p:nvSpPr>
        <p:spPr>
          <a:xfrm>
            <a:off x="1170411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9" name="Shape 746"/>
          <p:cNvSpPr/>
          <p:nvPr/>
        </p:nvSpPr>
        <p:spPr>
          <a:xfrm>
            <a:off x="1170411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0" name="Shape 747"/>
          <p:cNvSpPr/>
          <p:nvPr/>
        </p:nvSpPr>
        <p:spPr>
          <a:xfrm>
            <a:off x="1170411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1" name="Shape 748"/>
          <p:cNvSpPr/>
          <p:nvPr/>
        </p:nvSpPr>
        <p:spPr>
          <a:xfrm>
            <a:off x="1170411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2" name="Shape 749"/>
          <p:cNvSpPr/>
          <p:nvPr/>
        </p:nvSpPr>
        <p:spPr>
          <a:xfrm>
            <a:off x="1170411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3" name="Shape 750"/>
          <p:cNvSpPr/>
          <p:nvPr/>
        </p:nvSpPr>
        <p:spPr>
          <a:xfrm>
            <a:off x="1170411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4" name="Shape 751"/>
          <p:cNvSpPr/>
          <p:nvPr/>
        </p:nvSpPr>
        <p:spPr>
          <a:xfrm>
            <a:off x="1170411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5" name="Shape 752"/>
          <p:cNvSpPr/>
          <p:nvPr/>
        </p:nvSpPr>
        <p:spPr>
          <a:xfrm>
            <a:off x="1170411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6" name="Shape 753"/>
          <p:cNvSpPr/>
          <p:nvPr/>
        </p:nvSpPr>
        <p:spPr>
          <a:xfrm>
            <a:off x="1170411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7" name="Shape 754"/>
          <p:cNvSpPr/>
          <p:nvPr/>
        </p:nvSpPr>
        <p:spPr>
          <a:xfrm>
            <a:off x="1170411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8" name="Shape 755"/>
          <p:cNvSpPr/>
          <p:nvPr/>
        </p:nvSpPr>
        <p:spPr>
          <a:xfrm>
            <a:off x="1170411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9" name="Shape 756"/>
          <p:cNvSpPr/>
          <p:nvPr/>
        </p:nvSpPr>
        <p:spPr>
          <a:xfrm>
            <a:off x="1170411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0" name="Shape 757"/>
          <p:cNvSpPr/>
          <p:nvPr/>
        </p:nvSpPr>
        <p:spPr>
          <a:xfrm>
            <a:off x="1170411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1" name="Shape 758"/>
          <p:cNvSpPr/>
          <p:nvPr/>
        </p:nvSpPr>
        <p:spPr>
          <a:xfrm>
            <a:off x="1170411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2" name="Shape 759"/>
          <p:cNvSpPr/>
          <p:nvPr/>
        </p:nvSpPr>
        <p:spPr>
          <a:xfrm>
            <a:off x="1170411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3" name="Shape 760"/>
          <p:cNvSpPr/>
          <p:nvPr/>
        </p:nvSpPr>
        <p:spPr>
          <a:xfrm>
            <a:off x="1170411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4" name="Shape 761"/>
          <p:cNvSpPr/>
          <p:nvPr/>
        </p:nvSpPr>
        <p:spPr>
          <a:xfrm>
            <a:off x="1170411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5" name="Shape 762"/>
          <p:cNvSpPr/>
          <p:nvPr/>
        </p:nvSpPr>
        <p:spPr>
          <a:xfrm>
            <a:off x="1170411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6" name="Shape 763"/>
          <p:cNvSpPr/>
          <p:nvPr/>
        </p:nvSpPr>
        <p:spPr>
          <a:xfrm>
            <a:off x="1188699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7" name="Shape 764"/>
          <p:cNvSpPr/>
          <p:nvPr/>
        </p:nvSpPr>
        <p:spPr>
          <a:xfrm>
            <a:off x="1188699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8" name="Shape 765"/>
          <p:cNvSpPr/>
          <p:nvPr/>
        </p:nvSpPr>
        <p:spPr>
          <a:xfrm>
            <a:off x="1188699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9" name="Shape 766"/>
          <p:cNvSpPr/>
          <p:nvPr/>
        </p:nvSpPr>
        <p:spPr>
          <a:xfrm>
            <a:off x="1188699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0" name="Shape 767"/>
          <p:cNvSpPr/>
          <p:nvPr/>
        </p:nvSpPr>
        <p:spPr>
          <a:xfrm>
            <a:off x="1188699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1" name="Shape 768"/>
          <p:cNvSpPr/>
          <p:nvPr/>
        </p:nvSpPr>
        <p:spPr>
          <a:xfrm>
            <a:off x="1188699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2" name="Shape 769"/>
          <p:cNvSpPr/>
          <p:nvPr/>
        </p:nvSpPr>
        <p:spPr>
          <a:xfrm>
            <a:off x="1188699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3" name="Shape 770"/>
          <p:cNvSpPr/>
          <p:nvPr/>
        </p:nvSpPr>
        <p:spPr>
          <a:xfrm>
            <a:off x="1188699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4" name="Shape 771"/>
          <p:cNvSpPr/>
          <p:nvPr/>
        </p:nvSpPr>
        <p:spPr>
          <a:xfrm>
            <a:off x="1188699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5" name="Shape 772"/>
          <p:cNvSpPr/>
          <p:nvPr/>
        </p:nvSpPr>
        <p:spPr>
          <a:xfrm>
            <a:off x="1188699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6" name="Shape 773"/>
          <p:cNvSpPr/>
          <p:nvPr/>
        </p:nvSpPr>
        <p:spPr>
          <a:xfrm>
            <a:off x="1188699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7" name="Shape 774"/>
          <p:cNvSpPr/>
          <p:nvPr/>
        </p:nvSpPr>
        <p:spPr>
          <a:xfrm>
            <a:off x="1188699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8" name="Shape 775"/>
          <p:cNvSpPr/>
          <p:nvPr/>
        </p:nvSpPr>
        <p:spPr>
          <a:xfrm>
            <a:off x="1188699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9" name="Shape 776"/>
          <p:cNvSpPr/>
          <p:nvPr/>
        </p:nvSpPr>
        <p:spPr>
          <a:xfrm>
            <a:off x="1188699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0" name="Shape 777"/>
          <p:cNvSpPr/>
          <p:nvPr/>
        </p:nvSpPr>
        <p:spPr>
          <a:xfrm>
            <a:off x="1188699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1" name="Shape 778"/>
          <p:cNvSpPr/>
          <p:nvPr/>
        </p:nvSpPr>
        <p:spPr>
          <a:xfrm>
            <a:off x="1188699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2" name="Shape 779"/>
          <p:cNvSpPr/>
          <p:nvPr/>
        </p:nvSpPr>
        <p:spPr>
          <a:xfrm>
            <a:off x="1188699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3" name="Shape 780"/>
          <p:cNvSpPr/>
          <p:nvPr/>
        </p:nvSpPr>
        <p:spPr>
          <a:xfrm>
            <a:off x="1188699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4" name="Shape 781"/>
          <p:cNvSpPr/>
          <p:nvPr/>
        </p:nvSpPr>
        <p:spPr>
          <a:xfrm>
            <a:off x="1188699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5" name="Shape 782"/>
          <p:cNvSpPr/>
          <p:nvPr/>
        </p:nvSpPr>
        <p:spPr>
          <a:xfrm>
            <a:off x="1188699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6" name="Shape 783"/>
          <p:cNvSpPr/>
          <p:nvPr/>
        </p:nvSpPr>
        <p:spPr>
          <a:xfrm>
            <a:off x="1188699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7" name="Shape 784"/>
          <p:cNvSpPr/>
          <p:nvPr/>
        </p:nvSpPr>
        <p:spPr>
          <a:xfrm>
            <a:off x="1188699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8" name="Shape 785"/>
          <p:cNvSpPr/>
          <p:nvPr/>
        </p:nvSpPr>
        <p:spPr>
          <a:xfrm>
            <a:off x="1188699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9" name="Shape 786"/>
          <p:cNvSpPr/>
          <p:nvPr/>
        </p:nvSpPr>
        <p:spPr>
          <a:xfrm>
            <a:off x="1188699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0" name="Shape 787"/>
          <p:cNvSpPr/>
          <p:nvPr/>
        </p:nvSpPr>
        <p:spPr>
          <a:xfrm>
            <a:off x="1188699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1" name="Shape 788"/>
          <p:cNvSpPr/>
          <p:nvPr/>
        </p:nvSpPr>
        <p:spPr>
          <a:xfrm>
            <a:off x="1188699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2" name="Shape 789"/>
          <p:cNvSpPr/>
          <p:nvPr/>
        </p:nvSpPr>
        <p:spPr>
          <a:xfrm>
            <a:off x="1188699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3" name="Shape 790"/>
          <p:cNvSpPr/>
          <p:nvPr/>
        </p:nvSpPr>
        <p:spPr>
          <a:xfrm>
            <a:off x="1188699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4" name="Shape 791"/>
          <p:cNvSpPr/>
          <p:nvPr/>
        </p:nvSpPr>
        <p:spPr>
          <a:xfrm>
            <a:off x="1188699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5" name="Shape 792"/>
          <p:cNvSpPr/>
          <p:nvPr/>
        </p:nvSpPr>
        <p:spPr>
          <a:xfrm>
            <a:off x="1188699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6" name="Shape 793"/>
          <p:cNvSpPr/>
          <p:nvPr/>
        </p:nvSpPr>
        <p:spPr>
          <a:xfrm>
            <a:off x="1188699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7" name="Shape 794"/>
          <p:cNvSpPr/>
          <p:nvPr/>
        </p:nvSpPr>
        <p:spPr>
          <a:xfrm>
            <a:off x="1188699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8" name="Shape 795"/>
          <p:cNvSpPr/>
          <p:nvPr/>
        </p:nvSpPr>
        <p:spPr>
          <a:xfrm>
            <a:off x="1188699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9" name="Shape 796"/>
          <p:cNvSpPr/>
          <p:nvPr/>
        </p:nvSpPr>
        <p:spPr>
          <a:xfrm>
            <a:off x="1188699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0" name="Shape 797"/>
          <p:cNvSpPr/>
          <p:nvPr/>
        </p:nvSpPr>
        <p:spPr>
          <a:xfrm>
            <a:off x="1188699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1" name="Shape 798"/>
          <p:cNvSpPr/>
          <p:nvPr/>
        </p:nvSpPr>
        <p:spPr>
          <a:xfrm>
            <a:off x="1188699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2" name="Shape 799"/>
          <p:cNvSpPr/>
          <p:nvPr/>
        </p:nvSpPr>
        <p:spPr>
          <a:xfrm>
            <a:off x="12069879" y="365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3" name="Shape 800"/>
          <p:cNvSpPr/>
          <p:nvPr/>
        </p:nvSpPr>
        <p:spPr>
          <a:xfrm>
            <a:off x="12069879" y="548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4" name="Shape 801"/>
          <p:cNvSpPr/>
          <p:nvPr/>
        </p:nvSpPr>
        <p:spPr>
          <a:xfrm>
            <a:off x="12069879" y="731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5" name="Shape 802"/>
          <p:cNvSpPr/>
          <p:nvPr/>
        </p:nvSpPr>
        <p:spPr>
          <a:xfrm>
            <a:off x="12069879" y="914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6" name="Shape 803"/>
          <p:cNvSpPr/>
          <p:nvPr/>
        </p:nvSpPr>
        <p:spPr>
          <a:xfrm>
            <a:off x="12069879" y="1097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7" name="Shape 804"/>
          <p:cNvSpPr/>
          <p:nvPr/>
        </p:nvSpPr>
        <p:spPr>
          <a:xfrm>
            <a:off x="12069879" y="1280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8" name="Shape 805"/>
          <p:cNvSpPr/>
          <p:nvPr/>
        </p:nvSpPr>
        <p:spPr>
          <a:xfrm>
            <a:off x="12069879" y="1463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9" name="Shape 806"/>
          <p:cNvSpPr/>
          <p:nvPr/>
        </p:nvSpPr>
        <p:spPr>
          <a:xfrm>
            <a:off x="12069879" y="1645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0" name="Shape 807"/>
          <p:cNvSpPr/>
          <p:nvPr/>
        </p:nvSpPr>
        <p:spPr>
          <a:xfrm>
            <a:off x="12069879" y="1828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1" name="Shape 808"/>
          <p:cNvSpPr/>
          <p:nvPr/>
        </p:nvSpPr>
        <p:spPr>
          <a:xfrm>
            <a:off x="12069879" y="2011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2" name="Shape 809"/>
          <p:cNvSpPr/>
          <p:nvPr/>
        </p:nvSpPr>
        <p:spPr>
          <a:xfrm>
            <a:off x="12069879" y="2194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3" name="Shape 810"/>
          <p:cNvSpPr/>
          <p:nvPr/>
        </p:nvSpPr>
        <p:spPr>
          <a:xfrm>
            <a:off x="12069879" y="23774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4" name="Shape 811"/>
          <p:cNvSpPr/>
          <p:nvPr/>
        </p:nvSpPr>
        <p:spPr>
          <a:xfrm>
            <a:off x="12069879" y="25603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5" name="Shape 812"/>
          <p:cNvSpPr/>
          <p:nvPr/>
        </p:nvSpPr>
        <p:spPr>
          <a:xfrm>
            <a:off x="12069879" y="27432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6" name="Shape 813"/>
          <p:cNvSpPr/>
          <p:nvPr/>
        </p:nvSpPr>
        <p:spPr>
          <a:xfrm>
            <a:off x="12069879" y="29260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7" name="Shape 814"/>
          <p:cNvSpPr/>
          <p:nvPr/>
        </p:nvSpPr>
        <p:spPr>
          <a:xfrm>
            <a:off x="12069879" y="31089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8" name="Shape 815"/>
          <p:cNvSpPr/>
          <p:nvPr/>
        </p:nvSpPr>
        <p:spPr>
          <a:xfrm>
            <a:off x="12069879" y="32918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9" name="Shape 816"/>
          <p:cNvSpPr/>
          <p:nvPr/>
        </p:nvSpPr>
        <p:spPr>
          <a:xfrm>
            <a:off x="12069879" y="34747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0" name="Shape 817"/>
          <p:cNvSpPr/>
          <p:nvPr/>
        </p:nvSpPr>
        <p:spPr>
          <a:xfrm>
            <a:off x="12069879" y="36576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1" name="Shape 818"/>
          <p:cNvSpPr/>
          <p:nvPr/>
        </p:nvSpPr>
        <p:spPr>
          <a:xfrm>
            <a:off x="12069879" y="38404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2" name="Shape 819"/>
          <p:cNvSpPr/>
          <p:nvPr/>
        </p:nvSpPr>
        <p:spPr>
          <a:xfrm>
            <a:off x="12069879" y="40233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3" name="Shape 820"/>
          <p:cNvSpPr/>
          <p:nvPr/>
        </p:nvSpPr>
        <p:spPr>
          <a:xfrm>
            <a:off x="12069879" y="42062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4" name="Shape 821"/>
          <p:cNvSpPr/>
          <p:nvPr/>
        </p:nvSpPr>
        <p:spPr>
          <a:xfrm>
            <a:off x="12069879" y="43891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5" name="Shape 822"/>
          <p:cNvSpPr/>
          <p:nvPr/>
        </p:nvSpPr>
        <p:spPr>
          <a:xfrm>
            <a:off x="12069879" y="45720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6" name="Shape 823"/>
          <p:cNvSpPr/>
          <p:nvPr/>
        </p:nvSpPr>
        <p:spPr>
          <a:xfrm>
            <a:off x="12069879" y="47548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7" name="Shape 824"/>
          <p:cNvSpPr/>
          <p:nvPr/>
        </p:nvSpPr>
        <p:spPr>
          <a:xfrm>
            <a:off x="12069879" y="49377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8" name="Shape 825"/>
          <p:cNvSpPr/>
          <p:nvPr/>
        </p:nvSpPr>
        <p:spPr>
          <a:xfrm>
            <a:off x="12069879" y="51206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9" name="Shape 826"/>
          <p:cNvSpPr/>
          <p:nvPr/>
        </p:nvSpPr>
        <p:spPr>
          <a:xfrm>
            <a:off x="12069879" y="53035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0" name="Shape 827"/>
          <p:cNvSpPr/>
          <p:nvPr/>
        </p:nvSpPr>
        <p:spPr>
          <a:xfrm>
            <a:off x="12069879" y="54864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1" name="Shape 828"/>
          <p:cNvSpPr/>
          <p:nvPr/>
        </p:nvSpPr>
        <p:spPr>
          <a:xfrm>
            <a:off x="12069879" y="56692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2" name="Shape 829"/>
          <p:cNvSpPr/>
          <p:nvPr/>
        </p:nvSpPr>
        <p:spPr>
          <a:xfrm>
            <a:off x="12069879" y="58521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3" name="Shape 830"/>
          <p:cNvSpPr/>
          <p:nvPr/>
        </p:nvSpPr>
        <p:spPr>
          <a:xfrm>
            <a:off x="12069879" y="603504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4" name="Shape 831"/>
          <p:cNvSpPr/>
          <p:nvPr/>
        </p:nvSpPr>
        <p:spPr>
          <a:xfrm>
            <a:off x="12069879" y="621792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5" name="Shape 832"/>
          <p:cNvSpPr/>
          <p:nvPr/>
        </p:nvSpPr>
        <p:spPr>
          <a:xfrm>
            <a:off x="12069879" y="640080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6" name="Shape 833"/>
          <p:cNvSpPr/>
          <p:nvPr/>
        </p:nvSpPr>
        <p:spPr>
          <a:xfrm>
            <a:off x="12069879" y="658368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7" name="Shape 834"/>
          <p:cNvSpPr/>
          <p:nvPr/>
        </p:nvSpPr>
        <p:spPr>
          <a:xfrm>
            <a:off x="12069879" y="6766560"/>
            <a:ext cx="9144" cy="9144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8" name="Shape 835"/>
          <p:cNvSpPr/>
          <p:nvPr/>
        </p:nvSpPr>
        <p:spPr>
          <a:xfrm>
            <a:off x="571500" y="1333500"/>
            <a:ext cx="3505200" cy="23622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9" name="Shape 836"/>
          <p:cNvSpPr/>
          <p:nvPr/>
        </p:nvSpPr>
        <p:spPr>
          <a:xfrm>
            <a:off x="571500" y="1333500"/>
            <a:ext cx="3505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0" name="Shape 837"/>
          <p:cNvSpPr/>
          <p:nvPr/>
        </p:nvSpPr>
        <p:spPr>
          <a:xfrm>
            <a:off x="790956" y="15712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2" name="Text 838"/>
          <p:cNvSpPr/>
          <p:nvPr/>
        </p:nvSpPr>
        <p:spPr>
          <a:xfrm>
            <a:off x="790956" y="22479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</a:t>
            </a:r>
            <a:endParaRPr lang="en-US" sz="1600" dirty="0"/>
          </a:p>
        </p:txBody>
      </p:sp>
      <p:sp>
        <p:nvSpPr>
          <p:cNvPr id="843" name="Text 839"/>
          <p:cNvSpPr/>
          <p:nvPr/>
        </p:nvSpPr>
        <p:spPr>
          <a:xfrm>
            <a:off x="790955" y="2391156"/>
            <a:ext cx="2866553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ML-powered time-series predictions for critical KPIs like revenue, inventory demand, and customer growth with confidence intervals.</a:t>
            </a:r>
            <a:endParaRPr lang="en-US" sz="1200" dirty="0"/>
          </a:p>
        </p:txBody>
      </p:sp>
      <p:sp>
        <p:nvSpPr>
          <p:cNvPr id="844" name="Shape 840"/>
          <p:cNvSpPr/>
          <p:nvPr/>
        </p:nvSpPr>
        <p:spPr>
          <a:xfrm>
            <a:off x="4305300" y="1333500"/>
            <a:ext cx="3505200" cy="23622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5" name="Shape 841"/>
          <p:cNvSpPr/>
          <p:nvPr/>
        </p:nvSpPr>
        <p:spPr>
          <a:xfrm>
            <a:off x="4305300" y="1333500"/>
            <a:ext cx="3505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6" name="Shape 842"/>
          <p:cNvSpPr/>
          <p:nvPr/>
        </p:nvSpPr>
        <p:spPr>
          <a:xfrm>
            <a:off x="4524756" y="15712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8" name="Text 843"/>
          <p:cNvSpPr/>
          <p:nvPr/>
        </p:nvSpPr>
        <p:spPr>
          <a:xfrm>
            <a:off x="4524755" y="2247900"/>
            <a:ext cx="24117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849" name="Text 844"/>
          <p:cNvSpPr/>
          <p:nvPr/>
        </p:nvSpPr>
        <p:spPr>
          <a:xfrm>
            <a:off x="4524756" y="2453640"/>
            <a:ext cx="2836718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Statistical and AI-driven identification of outliers in real-time data streams to flag fraud, errors, or operational issues.</a:t>
            </a:r>
            <a:endParaRPr lang="en-US" sz="1200" dirty="0"/>
          </a:p>
        </p:txBody>
      </p:sp>
      <p:sp>
        <p:nvSpPr>
          <p:cNvPr id="850" name="Shape 845"/>
          <p:cNvSpPr/>
          <p:nvPr/>
        </p:nvSpPr>
        <p:spPr>
          <a:xfrm>
            <a:off x="571500" y="3924300"/>
            <a:ext cx="3505200" cy="23622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1" name="Shape 846"/>
          <p:cNvSpPr/>
          <p:nvPr/>
        </p:nvSpPr>
        <p:spPr>
          <a:xfrm>
            <a:off x="571500" y="3924300"/>
            <a:ext cx="3505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2" name="Shape 847"/>
          <p:cNvSpPr/>
          <p:nvPr/>
        </p:nvSpPr>
        <p:spPr>
          <a:xfrm>
            <a:off x="790956" y="41620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4" name="Text 848"/>
          <p:cNvSpPr/>
          <p:nvPr/>
        </p:nvSpPr>
        <p:spPr>
          <a:xfrm>
            <a:off x="790956" y="4774553"/>
            <a:ext cx="241424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Simulation</a:t>
            </a:r>
            <a:endParaRPr lang="en-US" sz="1600" dirty="0"/>
          </a:p>
        </p:txBody>
      </p:sp>
      <p:sp>
        <p:nvSpPr>
          <p:cNvPr id="855" name="Text 849"/>
          <p:cNvSpPr/>
          <p:nvPr/>
        </p:nvSpPr>
        <p:spPr>
          <a:xfrm>
            <a:off x="790955" y="5078014"/>
            <a:ext cx="286655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“What-if” analysis engine that models the impact of business decisions (pricing, expansion) before they are implemented.</a:t>
            </a:r>
            <a:endParaRPr lang="en-US" sz="1200" dirty="0"/>
          </a:p>
        </p:txBody>
      </p:sp>
      <p:sp>
        <p:nvSpPr>
          <p:cNvPr id="856" name="Shape 850"/>
          <p:cNvSpPr/>
          <p:nvPr/>
        </p:nvSpPr>
        <p:spPr>
          <a:xfrm>
            <a:off x="4305300" y="3924300"/>
            <a:ext cx="3505200" cy="23622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7" name="Shape 851"/>
          <p:cNvSpPr/>
          <p:nvPr/>
        </p:nvSpPr>
        <p:spPr>
          <a:xfrm>
            <a:off x="4305300" y="3924300"/>
            <a:ext cx="3505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8" name="Shape 852"/>
          <p:cNvSpPr/>
          <p:nvPr/>
        </p:nvSpPr>
        <p:spPr>
          <a:xfrm>
            <a:off x="4524756" y="41620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0" name="Text 853"/>
          <p:cNvSpPr/>
          <p:nvPr/>
        </p:nvSpPr>
        <p:spPr>
          <a:xfrm>
            <a:off x="4524756" y="4754880"/>
            <a:ext cx="2402608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Segmentation</a:t>
            </a:r>
            <a:endParaRPr lang="en-US" sz="1600" dirty="0"/>
          </a:p>
        </p:txBody>
      </p:sp>
      <p:sp>
        <p:nvSpPr>
          <p:cNvPr id="861" name="Text 854"/>
          <p:cNvSpPr/>
          <p:nvPr/>
        </p:nvSpPr>
        <p:spPr>
          <a:xfrm>
            <a:off x="4524756" y="5026013"/>
            <a:ext cx="2836718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clustering of complex datasets to discover customer personas, product categories, and regional performance tiers.</a:t>
            </a:r>
            <a:endParaRPr lang="en-US" sz="1200" dirty="0"/>
          </a:p>
        </p:txBody>
      </p:sp>
      <p:sp>
        <p:nvSpPr>
          <p:cNvPr id="862" name="Shape 855"/>
          <p:cNvSpPr/>
          <p:nvPr/>
        </p:nvSpPr>
        <p:spPr>
          <a:xfrm>
            <a:off x="8096250" y="1333500"/>
            <a:ext cx="3524250" cy="4953000"/>
          </a:xfrm>
          <a:prstGeom prst="roundRect">
            <a:avLst>
              <a:gd name="adj" fmla="val 207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3" name="Shape 856"/>
          <p:cNvSpPr/>
          <p:nvPr/>
        </p:nvSpPr>
        <p:spPr>
          <a:xfrm>
            <a:off x="8096250" y="1333500"/>
            <a:ext cx="352425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4" name="Shape 857"/>
          <p:cNvSpPr/>
          <p:nvPr/>
        </p:nvSpPr>
        <p:spPr>
          <a:xfrm>
            <a:off x="8315706" y="15712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A3446"/>
          </a:solidFill>
          <a:ln w="12700">
            <a:solidFill>
              <a:srgbClr val="2A34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6" name="Text 858"/>
          <p:cNvSpPr/>
          <p:nvPr/>
        </p:nvSpPr>
        <p:spPr>
          <a:xfrm>
            <a:off x="8315705" y="2266188"/>
            <a:ext cx="3022653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Collaboration</a:t>
            </a:r>
            <a:endParaRPr lang="en-US" sz="1600" dirty="0"/>
          </a:p>
        </p:txBody>
      </p:sp>
      <p:sp>
        <p:nvSpPr>
          <p:cNvPr id="867" name="Text 859"/>
          <p:cNvSpPr/>
          <p:nvPr/>
        </p:nvSpPr>
        <p:spPr>
          <a:xfrm>
            <a:off x="8315705" y="2487168"/>
            <a:ext cx="3187246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ea typeface="Montserrat" pitchFamily="34" charset="-122"/>
                <a:cs typeface="Montserrat" pitchFamily="34" charset="-120"/>
              </a:rPr>
              <a:t>Advanced orchestration where multiple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ea typeface="Montserrat" pitchFamily="34" charset="-122"/>
                <a:cs typeface="Montserrat" pitchFamily="34" charset="-120"/>
              </a:rPr>
              <a:t>specialized agents work together to solve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ea typeface="Montserrat" pitchFamily="34" charset="-122"/>
                <a:cs typeface="Montserrat" pitchFamily="34" charset="-120"/>
              </a:rPr>
              <a:t>complex, multi-step business problems that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ea typeface="Montserrat" pitchFamily="34" charset="-122"/>
                <a:cs typeface="Montserrat" pitchFamily="34" charset="-120"/>
              </a:rPr>
              <a:t>no single model could handle alone.</a:t>
            </a:r>
            <a:endParaRPr lang="en-US" sz="1000" dirty="0"/>
          </a:p>
        </p:txBody>
      </p:sp>
      <p:sp>
        <p:nvSpPr>
          <p:cNvPr id="869" name="Text 860"/>
          <p:cNvSpPr/>
          <p:nvPr/>
        </p:nvSpPr>
        <p:spPr>
          <a:xfrm>
            <a:off x="8535162" y="3438144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Cross-domain analysis</a:t>
            </a:r>
            <a:endParaRPr lang="en-US" sz="1000" dirty="0"/>
          </a:p>
        </p:txBody>
      </p:sp>
      <p:sp>
        <p:nvSpPr>
          <p:cNvPr id="871" name="Text 861"/>
          <p:cNvSpPr/>
          <p:nvPr/>
        </p:nvSpPr>
        <p:spPr>
          <a:xfrm>
            <a:off x="8535162" y="3740050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Sequential task execution</a:t>
            </a:r>
            <a:endParaRPr lang="en-US" sz="1000" dirty="0"/>
          </a:p>
        </p:txBody>
      </p:sp>
      <p:sp>
        <p:nvSpPr>
          <p:cNvPr id="873" name="Text 862"/>
          <p:cNvSpPr/>
          <p:nvPr/>
        </p:nvSpPr>
        <p:spPr>
          <a:xfrm>
            <a:off x="8535162" y="4041956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Consensus-based insights</a:t>
            </a:r>
            <a:endParaRPr lang="en-US" sz="1000" dirty="0"/>
          </a:p>
        </p:txBody>
      </p:sp>
      <p:sp>
        <p:nvSpPr>
          <p:cNvPr id="875" name="Text 863"/>
          <p:cNvSpPr/>
          <p:nvPr/>
        </p:nvSpPr>
        <p:spPr>
          <a:xfrm>
            <a:off x="8535162" y="434386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reporting output</a:t>
            </a:r>
            <a:endParaRPr lang="en-US" sz="1000" dirty="0"/>
          </a:p>
        </p:txBody>
      </p:sp>
      <p:sp>
        <p:nvSpPr>
          <p:cNvPr id="877" name="Text 865"/>
          <p:cNvSpPr/>
          <p:nvPr/>
        </p:nvSpPr>
        <p:spPr>
          <a:xfrm>
            <a:off x="8324850" y="573786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POWER</a:t>
            </a:r>
            <a:endParaRPr lang="en-US" sz="1100" dirty="0"/>
          </a:p>
        </p:txBody>
      </p:sp>
      <p:sp>
        <p:nvSpPr>
          <p:cNvPr id="878" name="Shape 866"/>
          <p:cNvSpPr/>
          <p:nvPr/>
        </p:nvSpPr>
        <p:spPr>
          <a:xfrm>
            <a:off x="8324850" y="5993892"/>
            <a:ext cx="306705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9" name="Shape 867"/>
          <p:cNvSpPr/>
          <p:nvPr/>
        </p:nvSpPr>
        <p:spPr>
          <a:xfrm>
            <a:off x="8324850" y="5993892"/>
            <a:ext cx="2913697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80" name="Picture 879">
            <a:extLst>
              <a:ext uri="{FF2B5EF4-FFF2-40B4-BE49-F238E27FC236}">
                <a16:creationId xmlns:a16="http://schemas.microsoft.com/office/drawing/2014/main" id="{3C1CCEE0-8CEE-A57E-7CFA-DB57429C7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7304" y="97418"/>
            <a:ext cx="981075" cy="790575"/>
          </a:xfrm>
          <a:prstGeom prst="rect">
            <a:avLst/>
          </a:prstGeom>
        </p:spPr>
      </p:pic>
      <p:pic>
        <p:nvPicPr>
          <p:cNvPr id="883" name="Graphic 882">
            <a:extLst>
              <a:ext uri="{FF2B5EF4-FFF2-40B4-BE49-F238E27FC236}">
                <a16:creationId xmlns:a16="http://schemas.microsoft.com/office/drawing/2014/main" id="{967C4DFF-DA3E-EB97-7205-35CD6C57F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108" y="1652016"/>
            <a:ext cx="274320" cy="274320"/>
          </a:xfrm>
          <a:prstGeom prst="rect">
            <a:avLst/>
          </a:prstGeom>
        </p:spPr>
      </p:pic>
      <p:pic>
        <p:nvPicPr>
          <p:cNvPr id="884" name="Graphic 883">
            <a:extLst>
              <a:ext uri="{FF2B5EF4-FFF2-40B4-BE49-F238E27FC236}">
                <a16:creationId xmlns:a16="http://schemas.microsoft.com/office/drawing/2014/main" id="{394A427A-7594-1F21-6656-1152E6CF3E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108" y="4279300"/>
            <a:ext cx="274320" cy="274320"/>
          </a:xfrm>
          <a:prstGeom prst="rect">
            <a:avLst/>
          </a:prstGeom>
        </p:spPr>
      </p:pic>
      <p:pic>
        <p:nvPicPr>
          <p:cNvPr id="886" name="Graphic 885">
            <a:extLst>
              <a:ext uri="{FF2B5EF4-FFF2-40B4-BE49-F238E27FC236}">
                <a16:creationId xmlns:a16="http://schemas.microsoft.com/office/drawing/2014/main" id="{92683605-1472-694F-DA1F-BB6EA740CC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4484" y="1668780"/>
            <a:ext cx="274320" cy="274320"/>
          </a:xfrm>
          <a:prstGeom prst="rect">
            <a:avLst/>
          </a:prstGeom>
        </p:spPr>
      </p:pic>
      <p:pic>
        <p:nvPicPr>
          <p:cNvPr id="888" name="Graphic 887">
            <a:extLst>
              <a:ext uri="{FF2B5EF4-FFF2-40B4-BE49-F238E27FC236}">
                <a16:creationId xmlns:a16="http://schemas.microsoft.com/office/drawing/2014/main" id="{86B4EFAE-ADA5-3854-77B0-C6F6191AEB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4484" y="4268955"/>
            <a:ext cx="274320" cy="274320"/>
          </a:xfrm>
          <a:prstGeom prst="rect">
            <a:avLst/>
          </a:prstGeom>
        </p:spPr>
      </p:pic>
      <p:pic>
        <p:nvPicPr>
          <p:cNvPr id="890" name="Graphic 889" descr="Artificial Intelligence outline">
            <a:extLst>
              <a:ext uri="{FF2B5EF4-FFF2-40B4-BE49-F238E27FC236}">
                <a16:creationId xmlns:a16="http://schemas.microsoft.com/office/drawing/2014/main" id="{AD735746-6FDE-07E5-4A20-2FCA1A9877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20839" y="1554480"/>
            <a:ext cx="457200" cy="457200"/>
          </a:xfrm>
          <a:prstGeom prst="rect">
            <a:avLst/>
          </a:prstGeom>
        </p:spPr>
      </p:pic>
      <p:pic>
        <p:nvPicPr>
          <p:cNvPr id="892" name="Graphic 891">
            <a:extLst>
              <a:ext uri="{FF2B5EF4-FFF2-40B4-BE49-F238E27FC236}">
                <a16:creationId xmlns:a16="http://schemas.microsoft.com/office/drawing/2014/main" id="{AC09F42D-8526-3F55-BECA-322718FCEB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22055" y="3424174"/>
            <a:ext cx="137160" cy="137160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274188B3-3460-B544-B480-D8A3C16FDC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22055" y="3735324"/>
            <a:ext cx="137160" cy="137160"/>
          </a:xfrm>
          <a:prstGeom prst="rect">
            <a:avLst/>
          </a:prstGeom>
        </p:spPr>
      </p:pic>
      <p:pic>
        <p:nvPicPr>
          <p:cNvPr id="894" name="Graphic 893">
            <a:extLst>
              <a:ext uri="{FF2B5EF4-FFF2-40B4-BE49-F238E27FC236}">
                <a16:creationId xmlns:a16="http://schemas.microsoft.com/office/drawing/2014/main" id="{38854488-043E-2417-AA5F-9B2E92DC06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22055" y="4014724"/>
            <a:ext cx="137160" cy="137160"/>
          </a:xfrm>
          <a:prstGeom prst="rect">
            <a:avLst/>
          </a:prstGeom>
        </p:spPr>
      </p:pic>
      <p:pic>
        <p:nvPicPr>
          <p:cNvPr id="895" name="Graphic 894">
            <a:extLst>
              <a:ext uri="{FF2B5EF4-FFF2-40B4-BE49-F238E27FC236}">
                <a16:creationId xmlns:a16="http://schemas.microsoft.com/office/drawing/2014/main" id="{37D40129-5E2A-1920-2625-4ECD26D4C4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22055" y="4313174"/>
            <a:ext cx="1371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WHAT-IF SIMULATION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499" y="457200"/>
            <a:ext cx="9832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Intelligence: Model Before You Decide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1499" y="1219771"/>
            <a:ext cx="729996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sz="1200" dirty="0"/>
              <a:t>Simulate a 10% price increase by product category.</a:t>
            </a:r>
          </a:p>
        </p:txBody>
      </p:sp>
      <p:sp>
        <p:nvSpPr>
          <p:cNvPr id="18" name="Text 12"/>
          <p:cNvSpPr/>
          <p:nvPr/>
        </p:nvSpPr>
        <p:spPr>
          <a:xfrm>
            <a:off x="10267188" y="1582293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Simulation</a:t>
            </a:r>
            <a:endParaRPr lang="en-US" sz="1300" dirty="0"/>
          </a:p>
        </p:txBody>
      </p:sp>
      <p:sp>
        <p:nvSpPr>
          <p:cNvPr id="50" name="Shape 40"/>
          <p:cNvSpPr/>
          <p:nvPr/>
        </p:nvSpPr>
        <p:spPr>
          <a:xfrm>
            <a:off x="571499" y="1708404"/>
            <a:ext cx="11094027" cy="4476750"/>
          </a:xfrm>
          <a:prstGeom prst="roundRect">
            <a:avLst>
              <a:gd name="adj" fmla="val 1634"/>
            </a:avLst>
          </a:prstGeom>
          <a:solidFill>
            <a:srgbClr val="FFFFFF"/>
          </a:solidFill>
          <a:ln w="12700">
            <a:solidFill>
              <a:srgbClr val="1E6FD9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chart">
            <a:extLst>
              <a:ext uri="{FF2B5EF4-FFF2-40B4-BE49-F238E27FC236}">
                <a16:creationId xmlns:a16="http://schemas.microsoft.com/office/drawing/2014/main" id="{4BA14DE8-39F8-7431-DE01-F62669DCD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894" y="2380158"/>
            <a:ext cx="4884323" cy="293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27ADA968-A3B7-84DC-E592-AD65E0838AE3}"/>
              </a:ext>
            </a:extLst>
          </p:cNvPr>
          <p:cNvSpPr txBox="1"/>
          <p:nvPr/>
        </p:nvSpPr>
        <p:spPr>
          <a:xfrm>
            <a:off x="637218" y="2039545"/>
            <a:ext cx="5410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effectLst/>
              </a:rPr>
              <a:t>What-If Simulation Summary Applying </a:t>
            </a:r>
            <a:r>
              <a:rPr lang="en-US" sz="1200" b="1" i="0" dirty="0">
                <a:effectLst/>
              </a:rPr>
              <a:t>10%</a:t>
            </a:r>
            <a:r>
              <a:rPr lang="en-US" sz="1200" b="0" i="0" dirty="0">
                <a:effectLst/>
              </a:rPr>
              <a:t> upside to </a:t>
            </a:r>
            <a:r>
              <a:rPr lang="en-US" sz="1200" b="1" i="0" dirty="0">
                <a:effectLst/>
              </a:rPr>
              <a:t>price</a:t>
            </a:r>
            <a:r>
              <a:rPr lang="en-US" sz="1200" b="0" i="0" dirty="0">
                <a:effectLst/>
              </a:rPr>
              <a:t> changes the total </a:t>
            </a:r>
            <a:r>
              <a:rPr lang="en-US" sz="1200" b="1" i="0" dirty="0">
                <a:effectLst/>
              </a:rPr>
              <a:t>Revenue</a:t>
            </a:r>
            <a:r>
              <a:rPr lang="en-US" sz="1200" b="0" i="0" dirty="0">
                <a:effectLst/>
              </a:rPr>
              <a:t> from </a:t>
            </a:r>
            <a:r>
              <a:rPr lang="en-US" sz="1200" b="1" i="0" dirty="0">
                <a:effectLst/>
              </a:rPr>
              <a:t>110373889.31</a:t>
            </a:r>
            <a:r>
              <a:rPr lang="en-US" sz="1200" b="0" i="0" dirty="0">
                <a:effectLst/>
              </a:rPr>
              <a:t> to </a:t>
            </a:r>
            <a:r>
              <a:rPr lang="en-US" sz="1200" b="1" i="0" dirty="0">
                <a:effectLst/>
              </a:rPr>
              <a:t>121411278.24</a:t>
            </a:r>
            <a:r>
              <a:rPr lang="en-US" sz="1200" b="0" i="0" dirty="0">
                <a:effectLst/>
              </a:rPr>
              <a:t>. That is a </a:t>
            </a:r>
            <a:r>
              <a:rPr lang="en-US" sz="1200" b="1" i="0" dirty="0">
                <a:effectLst/>
              </a:rPr>
              <a:t>+11037388.93</a:t>
            </a:r>
            <a:r>
              <a:rPr lang="en-US" sz="1200" b="0" i="0" dirty="0">
                <a:effectLst/>
              </a:rPr>
              <a:t> change, or </a:t>
            </a:r>
            <a:r>
              <a:rPr lang="en-US" sz="1200" b="1" i="0" dirty="0">
                <a:effectLst/>
              </a:rPr>
              <a:t>10%</a:t>
            </a:r>
            <a:r>
              <a:rPr lang="en-US" sz="1200" b="0" i="0" dirty="0">
                <a:effectLst/>
              </a:rPr>
              <a:t> versus the baseline. The largest modeled shift is on </a:t>
            </a:r>
            <a:r>
              <a:rPr lang="en-US" sz="1200" b="1" i="0" dirty="0">
                <a:effectLst/>
              </a:rPr>
              <a:t>Bikes</a:t>
            </a:r>
            <a:r>
              <a:rPr lang="en-US" sz="1200" b="0" i="0" dirty="0">
                <a:effectLst/>
              </a:rPr>
              <a:t>, with a delta of </a:t>
            </a:r>
            <a:r>
              <a:rPr lang="en-US" sz="1200" b="1" i="0" dirty="0">
                <a:effectLst/>
              </a:rPr>
              <a:t>+9514581.34</a:t>
            </a:r>
            <a:r>
              <a:rPr lang="en-US" sz="1200" b="0" i="0" dirty="0">
                <a:effectLst/>
              </a:rPr>
              <a:t>.</a:t>
            </a:r>
          </a:p>
          <a:p>
            <a:pPr algn="l">
              <a:buNone/>
            </a:pPr>
            <a:endParaRPr lang="en-US" sz="1200" b="0" i="0" dirty="0">
              <a:effectLst/>
            </a:endParaRPr>
          </a:p>
          <a:p>
            <a:pPr algn="l">
              <a:buNone/>
            </a:pPr>
            <a:r>
              <a:rPr lang="en-US" sz="1200" b="0" i="0" dirty="0">
                <a:effectLst/>
              </a:rPr>
              <a:t>Assumptions • A uniform 10% increase was applied to the baseline values. • The simulation assumes all other drivers remain unchanged unless explicitly stated in the prompt. • This is a sensitivity-style estimate, not a causal forecast.</a:t>
            </a: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E65E4F96-25FD-05D8-55E9-402EE3921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097636"/>
              </p:ext>
            </p:extLst>
          </p:nvPr>
        </p:nvGraphicFramePr>
        <p:xfrm>
          <a:off x="609021" y="4390517"/>
          <a:ext cx="5608782" cy="106680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934797">
                  <a:extLst>
                    <a:ext uri="{9D8B030D-6E8A-4147-A177-3AD203B41FA5}">
                      <a16:colId xmlns:a16="http://schemas.microsoft.com/office/drawing/2014/main" val="2539256434"/>
                    </a:ext>
                  </a:extLst>
                </a:gridCol>
                <a:gridCol w="934797">
                  <a:extLst>
                    <a:ext uri="{9D8B030D-6E8A-4147-A177-3AD203B41FA5}">
                      <a16:colId xmlns:a16="http://schemas.microsoft.com/office/drawing/2014/main" val="1112429604"/>
                    </a:ext>
                  </a:extLst>
                </a:gridCol>
                <a:gridCol w="934797">
                  <a:extLst>
                    <a:ext uri="{9D8B030D-6E8A-4147-A177-3AD203B41FA5}">
                      <a16:colId xmlns:a16="http://schemas.microsoft.com/office/drawing/2014/main" val="1887881563"/>
                    </a:ext>
                  </a:extLst>
                </a:gridCol>
                <a:gridCol w="934797">
                  <a:extLst>
                    <a:ext uri="{9D8B030D-6E8A-4147-A177-3AD203B41FA5}">
                      <a16:colId xmlns:a16="http://schemas.microsoft.com/office/drawing/2014/main" val="2801813395"/>
                    </a:ext>
                  </a:extLst>
                </a:gridCol>
                <a:gridCol w="934797">
                  <a:extLst>
                    <a:ext uri="{9D8B030D-6E8A-4147-A177-3AD203B41FA5}">
                      <a16:colId xmlns:a16="http://schemas.microsoft.com/office/drawing/2014/main" val="1586762629"/>
                    </a:ext>
                  </a:extLst>
                </a:gridCol>
                <a:gridCol w="934797">
                  <a:extLst>
                    <a:ext uri="{9D8B030D-6E8A-4147-A177-3AD203B41FA5}">
                      <a16:colId xmlns:a16="http://schemas.microsoft.com/office/drawing/2014/main" val="3639230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</a:rPr>
                        <a:t>Series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Label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Baseline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Scenario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>
                          <a:effectLst/>
                        </a:rPr>
                        <a:t>Delta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b="1" dirty="0">
                          <a:effectLst/>
                        </a:rPr>
                        <a:t>Delta %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55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Overall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Accessories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1278760.91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1406637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+127876.09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01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Overall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Bikes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95145813.35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104660394.69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+9514581.34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402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Overall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Clothing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2141507.02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2355657.73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+214150.7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592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Overall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11807808.02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12988588.83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+1180780.8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124119"/>
                  </a:ext>
                </a:extLst>
              </a:tr>
            </a:tbl>
          </a:graphicData>
        </a:graphic>
      </p:graphicFrame>
      <p:pic>
        <p:nvPicPr>
          <p:cNvPr id="77" name="Picture 76">
            <a:extLst>
              <a:ext uri="{FF2B5EF4-FFF2-40B4-BE49-F238E27FC236}">
                <a16:creationId xmlns:a16="http://schemas.microsoft.com/office/drawing/2014/main" id="{2790E794-983C-122C-3D50-695CE7692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4988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F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" y="457199"/>
            <a:ext cx="10900064" cy="60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Boardroom-Ready Intelligence, Automatically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17145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104900" y="1513332"/>
            <a:ext cx="298780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Synthesis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04900" y="19705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ingests data from all departments to synthesize complex reports without manual effort.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1500" y="24643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104899" y="2491740"/>
            <a:ext cx="2987803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&amp; Opportunity Highlights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04900" y="2784717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Automatically flags critical variances and emerging trends that require immediate leadership attention.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71500" y="32141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104900" y="32415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Narrative Generation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04900" y="34701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Converts raw numbers into clear, strategic narratives tailored for non-technical stakeholders.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71500" y="39838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1104900" y="40112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Time Reduction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04900" y="42398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Drastically reduces the “data-to-decision” cycle from days of analyst work to seconds.</a:t>
            </a:r>
            <a:endParaRPr lang="en-US" sz="100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71CFA970-2A99-9270-A456-C25103C60068}"/>
              </a:ext>
            </a:extLst>
          </p:cNvPr>
          <p:cNvSpPr/>
          <p:nvPr/>
        </p:nvSpPr>
        <p:spPr>
          <a:xfrm>
            <a:off x="4260341" y="1513332"/>
            <a:ext cx="7299960" cy="53542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sz="1200" dirty="0"/>
              <a:t>Show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dirty="0"/>
              <a:t>me the Executive Summary for Q4 2024, included total revenue vs plan, </a:t>
            </a:r>
            <a:r>
              <a:rPr lang="en-US" sz="1200" dirty="0" err="1"/>
              <a:t>Opex</a:t>
            </a:r>
            <a:r>
              <a:rPr lang="en-US" sz="1200" dirty="0"/>
              <a:t> Efficiency, supply risk and Executive Summary</a:t>
            </a:r>
          </a:p>
          <a:p>
            <a:endParaRPr lang="en-US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363584-EA5F-6480-AF4C-CCC3CB5B7B29}"/>
              </a:ext>
            </a:extLst>
          </p:cNvPr>
          <p:cNvSpPr txBox="1"/>
          <p:nvPr/>
        </p:nvSpPr>
        <p:spPr>
          <a:xfrm>
            <a:off x="4260341" y="2202871"/>
            <a:ext cx="454076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1" i="0" dirty="0">
                <a:effectLst/>
              </a:rPr>
              <a:t>Assistant</a:t>
            </a:r>
          </a:p>
          <a:p>
            <a:pPr algn="l">
              <a:buNone/>
            </a:pPr>
            <a:endParaRPr lang="en-US" sz="800" b="1" i="0" dirty="0">
              <a:effectLst/>
            </a:endParaRPr>
          </a:p>
          <a:p>
            <a:pPr algn="l">
              <a:buNone/>
            </a:pPr>
            <a:r>
              <a:rPr lang="en-US" sz="800" b="0" i="0" dirty="0">
                <a:effectLst/>
              </a:rPr>
              <a:t>Executive Summary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Q4 2024 sales revenue totaled $13.64M from 6,124 orders, with the Southwest region leading contributions. Revenue peaked in October, with a downward trend through December. No data is provided for revenue versus plan, </a:t>
            </a:r>
            <a:r>
              <a:rPr lang="en-US" sz="800" b="0" i="0" dirty="0" err="1">
                <a:effectLst/>
              </a:rPr>
              <a:t>Opex</a:t>
            </a:r>
            <a:r>
              <a:rPr lang="en-US" sz="800" b="0" i="0" dirty="0">
                <a:effectLst/>
              </a:rPr>
              <a:t> efficiency, or supply risk.</a:t>
            </a:r>
          </a:p>
          <a:p>
            <a:pPr algn="l">
              <a:buNone/>
            </a:pPr>
            <a:endParaRPr lang="en-US" sz="800" b="0" i="0" dirty="0">
              <a:effectLst/>
            </a:endParaRPr>
          </a:p>
          <a:p>
            <a:pPr algn="l">
              <a:buNone/>
            </a:pPr>
            <a:r>
              <a:rPr lang="en-US" sz="800" b="0" i="0" dirty="0">
                <a:effectLst/>
              </a:rPr>
              <a:t>Key Insights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Q4 2024 achieved $13.64M in sales with an average order value of $2,228 across 6,124 orders.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The Southwest region generated the highest sales revenue, followed by the Northwest and Canada.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Monthly revenue peaked in October before declining through the rest of the quarter.</a:t>
            </a:r>
          </a:p>
          <a:p>
            <a:pPr algn="l">
              <a:buNone/>
            </a:pPr>
            <a:endParaRPr lang="en-US" sz="800" b="0" i="0" dirty="0">
              <a:effectLst/>
            </a:endParaRPr>
          </a:p>
          <a:p>
            <a:pPr algn="l"/>
            <a:r>
              <a:rPr lang="en-US" sz="800" b="0" i="0" dirty="0">
                <a:effectLst/>
              </a:rPr>
              <a:t>Risks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No data is available on performance against revenue plan or on </a:t>
            </a:r>
            <a:r>
              <a:rPr lang="en-US" sz="800" b="0" i="0" dirty="0" err="1">
                <a:effectLst/>
              </a:rPr>
              <a:t>Opex</a:t>
            </a:r>
            <a:r>
              <a:rPr lang="en-US" sz="800" b="0" i="0" dirty="0">
                <a:effectLst/>
              </a:rPr>
              <a:t> efficiency.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Supply risk information is not provided, limiting operational risk evaluation.</a:t>
            </a:r>
          </a:p>
          <a:p>
            <a:pPr algn="l">
              <a:buNone/>
            </a:pPr>
            <a:endParaRPr lang="en-US" sz="800" b="0" i="0" dirty="0">
              <a:effectLst/>
            </a:endParaRPr>
          </a:p>
          <a:p>
            <a:pPr algn="l">
              <a:buNone/>
            </a:pPr>
            <a:r>
              <a:rPr lang="en-US" sz="800" b="0" i="0" dirty="0">
                <a:effectLst/>
              </a:rPr>
              <a:t>Opportunities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The Southwest region’s lead could be further leveraged for targeted growth or best-practice sharing.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Monthly sales pattern analysis may identify factors influencing Q4’s downward trend for corrective action.</a:t>
            </a:r>
          </a:p>
          <a:p>
            <a:pPr algn="l">
              <a:buNone/>
            </a:pPr>
            <a:endParaRPr lang="en-US" sz="800" b="0" i="0" dirty="0">
              <a:effectLst/>
            </a:endParaRPr>
          </a:p>
          <a:p>
            <a:pPr algn="l">
              <a:buNone/>
            </a:pPr>
            <a:r>
              <a:rPr lang="en-US" sz="800" b="0" i="0" dirty="0">
                <a:effectLst/>
              </a:rPr>
              <a:t>Recommended Actions</a:t>
            </a:r>
          </a:p>
          <a:p>
            <a:pPr algn="l">
              <a:buNone/>
            </a:pP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Obtain and review missing data on revenue versus plan, </a:t>
            </a:r>
            <a:r>
              <a:rPr lang="en-US" sz="800" b="0" i="0" dirty="0" err="1">
                <a:effectLst/>
              </a:rPr>
              <a:t>Opex</a:t>
            </a:r>
            <a:r>
              <a:rPr lang="en-US" sz="800" b="0" i="0" dirty="0">
                <a:effectLst/>
              </a:rPr>
              <a:t> efficiency, and supply chain risk for a fuller Q4 performance picture.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b="0" i="0" dirty="0">
                <a:effectLst/>
              </a:rPr>
              <a:t>Analyze regional and monthly trends to inform targeted commercial and operational strategies.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CD1915A6-1189-B105-F225-5EA3DD501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2" y="3166963"/>
            <a:ext cx="3049155" cy="1510101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7A202A4C-51B5-C91C-650C-B76432DE5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460" y="1756981"/>
            <a:ext cx="274320" cy="27432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E59520A0-0B6B-7927-A9B6-281970C268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460" y="2533178"/>
            <a:ext cx="274320" cy="274320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39A794C9-A01F-7849-8D1F-F71D3D86A2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460" y="3247172"/>
            <a:ext cx="274320" cy="27432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78D39AE-4357-3923-A2FB-F717B023DE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7220" y="4047836"/>
            <a:ext cx="274320" cy="27432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734A82A9-7126-E82E-826A-15E68E54AB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74988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158C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SOURCES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4572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to Your Data Ecosystem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1762125"/>
            <a:ext cx="3810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1762125"/>
            <a:ext cx="36576" cy="9144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62000" y="190842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257300" y="1926717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Databases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57300" y="2168652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query execution on PostgreSQL, MySQL, SQL Server, and Oracle DBs.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1500" y="2685669"/>
            <a:ext cx="3810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71500" y="2685669"/>
            <a:ext cx="36576" cy="9144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62000" y="2831973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257300" y="2850261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&amp; CSV Files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287589" y="3108579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for spreadsheets and local data files.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71500" y="3609213"/>
            <a:ext cx="3810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71500" y="3609213"/>
            <a:ext cx="36576" cy="9144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62000" y="375551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257300" y="3773805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Attachments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248156" y="4093845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Parses PDF reports, Word documents, and text files for unstructured data.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71500" y="4532757"/>
            <a:ext cx="3810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71500" y="4532757"/>
            <a:ext cx="36576" cy="9144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62000" y="4679061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1257300" y="4697349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Integrations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269111" y="502558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Extensible architecture for REST APIs, ERP systems, and CRM platforms.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71500" y="5456301"/>
            <a:ext cx="36576" cy="9144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6322695" y="1750695"/>
            <a:ext cx="4023360" cy="40233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chemeClr val="bg1">
                <a:lumMod val="75000"/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6990207" y="2418207"/>
            <a:ext cx="2688336" cy="268833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chemeClr val="bg1">
                <a:lumMod val="75000"/>
                <a:alpha val="8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Shape 44"/>
          <p:cNvSpPr/>
          <p:nvPr/>
        </p:nvSpPr>
        <p:spPr>
          <a:xfrm>
            <a:off x="7694295" y="3122295"/>
            <a:ext cx="1280160" cy="128016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45"/>
          <p:cNvSpPr/>
          <p:nvPr/>
        </p:nvSpPr>
        <p:spPr>
          <a:xfrm>
            <a:off x="7922895" y="3890391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600" dirty="0"/>
          </a:p>
        </p:txBody>
      </p:sp>
      <p:sp>
        <p:nvSpPr>
          <p:cNvPr id="55" name="Shape 46"/>
          <p:cNvSpPr/>
          <p:nvPr/>
        </p:nvSpPr>
        <p:spPr>
          <a:xfrm>
            <a:off x="7880320" y="1645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47"/>
          <p:cNvSpPr/>
          <p:nvPr/>
        </p:nvSpPr>
        <p:spPr>
          <a:xfrm>
            <a:off x="7968615" y="2409063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DBs</a:t>
            </a:r>
            <a:endParaRPr lang="en-US" sz="1100" dirty="0"/>
          </a:p>
        </p:txBody>
      </p:sp>
      <p:sp>
        <p:nvSpPr>
          <p:cNvPr id="58" name="Shape 48"/>
          <p:cNvSpPr/>
          <p:nvPr/>
        </p:nvSpPr>
        <p:spPr>
          <a:xfrm>
            <a:off x="9568815" y="2591943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49"/>
          <p:cNvSpPr/>
          <p:nvPr/>
        </p:nvSpPr>
        <p:spPr>
          <a:xfrm>
            <a:off x="9678543" y="3250311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WH</a:t>
            </a:r>
            <a:endParaRPr lang="en-US" sz="1100" dirty="0"/>
          </a:p>
        </p:txBody>
      </p:sp>
      <p:sp>
        <p:nvSpPr>
          <p:cNvPr id="61" name="Shape 50"/>
          <p:cNvSpPr/>
          <p:nvPr/>
        </p:nvSpPr>
        <p:spPr>
          <a:xfrm>
            <a:off x="9568815" y="4722495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51"/>
          <p:cNvSpPr/>
          <p:nvPr/>
        </p:nvSpPr>
        <p:spPr>
          <a:xfrm>
            <a:off x="9678543" y="5380863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64" name="Shape 52"/>
          <p:cNvSpPr/>
          <p:nvPr/>
        </p:nvSpPr>
        <p:spPr>
          <a:xfrm>
            <a:off x="6139815" y="4722495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53"/>
          <p:cNvSpPr/>
          <p:nvPr/>
        </p:nvSpPr>
        <p:spPr>
          <a:xfrm>
            <a:off x="6249543" y="5380863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 &amp; PDF</a:t>
            </a:r>
            <a:endParaRPr lang="en-US" sz="1100" dirty="0"/>
          </a:p>
        </p:txBody>
      </p:sp>
      <p:sp>
        <p:nvSpPr>
          <p:cNvPr id="67" name="Shape 54"/>
          <p:cNvSpPr/>
          <p:nvPr/>
        </p:nvSpPr>
        <p:spPr>
          <a:xfrm>
            <a:off x="6139815" y="2591943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55"/>
          <p:cNvSpPr/>
          <p:nvPr/>
        </p:nvSpPr>
        <p:spPr>
          <a:xfrm>
            <a:off x="6249543" y="3250311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/ CSV</a:t>
            </a:r>
            <a:endParaRPr lang="en-US" sz="11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22E2882-0FC3-063C-32D4-19A1526595BF}"/>
              </a:ext>
            </a:extLst>
          </p:cNvPr>
          <p:cNvCxnSpPr>
            <a:cxnSpLocks/>
            <a:endCxn id="52" idx="5"/>
          </p:cNvCxnSpPr>
          <p:nvPr/>
        </p:nvCxnSpPr>
        <p:spPr>
          <a:xfrm flipH="1" flipV="1">
            <a:off x="8786980" y="4214980"/>
            <a:ext cx="789634" cy="5284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C947CA1-A939-23FD-96D9-F04F04035842}"/>
              </a:ext>
            </a:extLst>
          </p:cNvPr>
          <p:cNvCxnSpPr>
            <a:cxnSpLocks/>
            <a:endCxn id="52" idx="3"/>
          </p:cNvCxnSpPr>
          <p:nvPr/>
        </p:nvCxnSpPr>
        <p:spPr>
          <a:xfrm flipV="1">
            <a:off x="7045441" y="4214980"/>
            <a:ext cx="836329" cy="5463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F65E842-2575-5E03-4DD6-76C63DA21482}"/>
              </a:ext>
            </a:extLst>
          </p:cNvPr>
          <p:cNvCxnSpPr>
            <a:cxnSpLocks/>
            <a:endCxn id="52" idx="2"/>
          </p:cNvCxnSpPr>
          <p:nvPr/>
        </p:nvCxnSpPr>
        <p:spPr>
          <a:xfrm>
            <a:off x="7054215" y="3506343"/>
            <a:ext cx="640080" cy="2560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E0B7EBE-84EC-BC86-A73C-3D797372AA59}"/>
              </a:ext>
            </a:extLst>
          </p:cNvPr>
          <p:cNvCxnSpPr>
            <a:cxnSpLocks/>
            <a:endCxn id="52" idx="6"/>
          </p:cNvCxnSpPr>
          <p:nvPr/>
        </p:nvCxnSpPr>
        <p:spPr>
          <a:xfrm flipH="1">
            <a:off x="8974455" y="3487674"/>
            <a:ext cx="640080" cy="2747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630AF61-AF2E-CA0E-C9DA-1F037A862202}"/>
              </a:ext>
            </a:extLst>
          </p:cNvPr>
          <p:cNvCxnSpPr>
            <a:cxnSpLocks/>
            <a:stCxn id="55" idx="2"/>
            <a:endCxn id="52" idx="0"/>
          </p:cNvCxnSpPr>
          <p:nvPr/>
        </p:nvCxnSpPr>
        <p:spPr>
          <a:xfrm flipH="1">
            <a:off x="8334375" y="2560320"/>
            <a:ext cx="3145" cy="5619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Graphic 95" descr="Database with solid fill">
            <a:extLst>
              <a:ext uri="{FF2B5EF4-FFF2-40B4-BE49-F238E27FC236}">
                <a16:creationId xmlns:a16="http://schemas.microsoft.com/office/drawing/2014/main" id="{70AC6CFD-D869-7019-A5FC-AAE287853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927" y="1913573"/>
            <a:ext cx="274320" cy="27432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82E0D63E-3D67-CC7A-3C1F-A2E4F01B5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7186" y="2777109"/>
            <a:ext cx="274320" cy="274320"/>
          </a:xfrm>
          <a:prstGeom prst="rect">
            <a:avLst/>
          </a:prstGeom>
        </p:spPr>
      </p:pic>
      <p:pic>
        <p:nvPicPr>
          <p:cNvPr id="98" name="Graphic 97" descr="Cloud with solid fill">
            <a:extLst>
              <a:ext uri="{FF2B5EF4-FFF2-40B4-BE49-F238E27FC236}">
                <a16:creationId xmlns:a16="http://schemas.microsoft.com/office/drawing/2014/main" id="{1BF7DEB7-F3EA-2012-C014-95A09842AA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88855" y="2722245"/>
            <a:ext cx="274320" cy="274320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974490E1-4601-BC8A-4A26-70350125FD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98380" y="4869752"/>
            <a:ext cx="274320" cy="27432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77F067A2-2E8E-1DF8-1ED6-990475EAE3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8809" y="4871085"/>
            <a:ext cx="274320" cy="274320"/>
          </a:xfrm>
          <a:prstGeom prst="rect">
            <a:avLst/>
          </a:prstGeom>
        </p:spPr>
      </p:pic>
      <p:pic>
        <p:nvPicPr>
          <p:cNvPr id="102" name="Graphic 101" descr="Database with solid fill">
            <a:extLst>
              <a:ext uri="{FF2B5EF4-FFF2-40B4-BE49-F238E27FC236}">
                <a16:creationId xmlns:a16="http://schemas.microsoft.com/office/drawing/2014/main" id="{7A8F0A1D-4DFF-2E5D-9987-AA0B025F8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864" y="1976057"/>
            <a:ext cx="274320" cy="274320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918FD095-EEE2-71C0-5DD8-BC8E0678B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385" y="2861500"/>
            <a:ext cx="274320" cy="274320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EDF5BE24-D616-B086-EAF8-B5D6D82E1E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580" y="3802000"/>
            <a:ext cx="274320" cy="27432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5020F6A8-4A9A-3335-F1A4-2BD737A2D9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" y="4706493"/>
            <a:ext cx="274320" cy="27432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098D6CB-B700-8265-B04F-EC28CC7E1F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74988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9">
            <a:extLst>
              <a:ext uri="{FF2B5EF4-FFF2-40B4-BE49-F238E27FC236}">
                <a16:creationId xmlns:a16="http://schemas.microsoft.com/office/drawing/2014/main" id="{EDA3C943-7468-87F2-54D1-657C193671AA}"/>
              </a:ext>
            </a:extLst>
          </p:cNvPr>
          <p:cNvSpPr/>
          <p:nvPr/>
        </p:nvSpPr>
        <p:spPr>
          <a:xfrm>
            <a:off x="727983" y="231114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AND GOVERNANCE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4572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Security at Every Layer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13650" y="1428750"/>
            <a:ext cx="4310850" cy="933450"/>
          </a:xfrm>
          <a:prstGeom prst="roundRect">
            <a:avLst>
              <a:gd name="adj" fmla="val 783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1428750"/>
            <a:ext cx="36576" cy="93345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2950" y="159334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14" name="Text 10"/>
          <p:cNvSpPr/>
          <p:nvPr/>
        </p:nvSpPr>
        <p:spPr>
          <a:xfrm>
            <a:off x="1276350" y="1565910"/>
            <a:ext cx="34099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Role-Based Access Control (RBAC)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67053" y="183108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Granular permission settings ensure users only access data they are authorized to see.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139463" y="2367915"/>
            <a:ext cx="4602986" cy="933450"/>
          </a:xfrm>
          <a:prstGeom prst="roundRect">
            <a:avLst>
              <a:gd name="adj" fmla="val 783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71500" y="2297430"/>
            <a:ext cx="36576" cy="933450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254671" y="2319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Query Handling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57209" y="2586609"/>
            <a:ext cx="4000500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Strict read-only enforcement prevents accidental data modification. SQLAgent uses parameterized queries to block injection attacks.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276350" y="3166110"/>
            <a:ext cx="4248150" cy="933450"/>
          </a:xfrm>
          <a:prstGeom prst="roundRect">
            <a:avLst>
              <a:gd name="adj" fmla="val 783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71500" y="3166110"/>
            <a:ext cx="36576" cy="9334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267053" y="323773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Sensitive Data Protection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276349" y="3586734"/>
            <a:ext cx="3819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PII detection and masking for compensation, HR records, and customer details before data leaves the secure enclave.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1276350" y="4034790"/>
            <a:ext cx="4248150" cy="933450"/>
          </a:xfrm>
          <a:prstGeom prst="roundRect">
            <a:avLst>
              <a:gd name="adj" fmla="val 783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71500" y="4034790"/>
            <a:ext cx="36576" cy="93345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1276350" y="417195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Audit Trails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276350" y="449199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query, agent thought process, and data retrieval action is logged for full governance and compliance review.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71500" y="4903470"/>
            <a:ext cx="36576" cy="93345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 rot="5400000">
            <a:off x="8592312" y="2618232"/>
            <a:ext cx="1591056" cy="2057400"/>
          </a:xfrm>
          <a:prstGeom prst="chevron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6"/>
          <p:cNvSpPr/>
          <p:nvPr/>
        </p:nvSpPr>
        <p:spPr>
          <a:xfrm>
            <a:off x="9534144" y="261823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10687050" y="196824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sz="1000" dirty="0"/>
              <a:t>Access Layer</a:t>
            </a:r>
          </a:p>
        </p:txBody>
      </p:sp>
      <p:sp>
        <p:nvSpPr>
          <p:cNvPr id="52" name="Shape 40"/>
          <p:cNvSpPr/>
          <p:nvPr/>
        </p:nvSpPr>
        <p:spPr>
          <a:xfrm>
            <a:off x="9534144" y="3797808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919E60A-4E3A-CB2A-D617-6846321BC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449" y="1835658"/>
            <a:ext cx="3038475" cy="3924300"/>
          </a:xfrm>
          <a:prstGeom prst="rect">
            <a:avLst/>
          </a:prstGeom>
        </p:spPr>
      </p:pic>
      <p:sp>
        <p:nvSpPr>
          <p:cNvPr id="63" name="Shape 37">
            <a:extLst>
              <a:ext uri="{FF2B5EF4-FFF2-40B4-BE49-F238E27FC236}">
                <a16:creationId xmlns:a16="http://schemas.microsoft.com/office/drawing/2014/main" id="{B201CA2A-1C81-0957-2B28-6FB32E440E27}"/>
              </a:ext>
            </a:extLst>
          </p:cNvPr>
          <p:cNvSpPr/>
          <p:nvPr/>
        </p:nvSpPr>
        <p:spPr>
          <a:xfrm>
            <a:off x="10687050" y="3385566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sz="1000" dirty="0"/>
              <a:t>Logic Guardrails</a:t>
            </a:r>
          </a:p>
        </p:txBody>
      </p:sp>
      <p:sp>
        <p:nvSpPr>
          <p:cNvPr id="64" name="Shape 37">
            <a:extLst>
              <a:ext uri="{FF2B5EF4-FFF2-40B4-BE49-F238E27FC236}">
                <a16:creationId xmlns:a16="http://schemas.microsoft.com/office/drawing/2014/main" id="{AFE54E11-EE97-FB44-5EFA-6A52F7E01343}"/>
              </a:ext>
            </a:extLst>
          </p:cNvPr>
          <p:cNvSpPr/>
          <p:nvPr/>
        </p:nvSpPr>
        <p:spPr>
          <a:xfrm>
            <a:off x="10687050" y="4670679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sz="1000" dirty="0"/>
              <a:t>Data core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6EE6BA0-BCB1-8729-A076-9A0822F4B868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10172700" y="2123694"/>
            <a:ext cx="514350" cy="25184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104DFDD-A7A0-E6A9-693B-1B8F6F77A745}"/>
              </a:ext>
            </a:extLst>
          </p:cNvPr>
          <p:cNvCxnSpPr>
            <a:cxnSpLocks/>
            <a:stCxn id="63" idx="1"/>
          </p:cNvCxnSpPr>
          <p:nvPr/>
        </p:nvCxnSpPr>
        <p:spPr>
          <a:xfrm flipH="1">
            <a:off x="9677400" y="3541014"/>
            <a:ext cx="1009650" cy="5516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9613999-A9CC-DBC1-297E-974CF1F1857C}"/>
              </a:ext>
            </a:extLst>
          </p:cNvPr>
          <p:cNvCxnSpPr>
            <a:stCxn id="64" idx="1"/>
            <a:endCxn id="64" idx="1"/>
          </p:cNvCxnSpPr>
          <p:nvPr/>
        </p:nvCxnSpPr>
        <p:spPr>
          <a:xfrm>
            <a:off x="10687050" y="482612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5F105F7-1920-070C-3CD5-E7C8DC0007D2}"/>
              </a:ext>
            </a:extLst>
          </p:cNvPr>
          <p:cNvCxnSpPr>
            <a:cxnSpLocks/>
            <a:stCxn id="64" idx="1"/>
          </p:cNvCxnSpPr>
          <p:nvPr/>
        </p:nvCxnSpPr>
        <p:spPr>
          <a:xfrm flipH="1" flipV="1">
            <a:off x="8915400" y="4670679"/>
            <a:ext cx="1771650" cy="15544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C90FF7C9-AE4D-5CEA-8607-5F4030D14609}"/>
              </a:ext>
            </a:extLst>
          </p:cNvPr>
          <p:cNvSpPr/>
          <p:nvPr/>
        </p:nvSpPr>
        <p:spPr>
          <a:xfrm>
            <a:off x="8848725" y="4616577"/>
            <a:ext cx="96774" cy="106680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CFB7E924-F9DF-D806-D08F-19BF50C25292}"/>
              </a:ext>
            </a:extLst>
          </p:cNvPr>
          <p:cNvSpPr/>
          <p:nvPr/>
        </p:nvSpPr>
        <p:spPr>
          <a:xfrm>
            <a:off x="9607296" y="4018559"/>
            <a:ext cx="96774" cy="10668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ADDDD867-FE6A-99B5-742B-9EFA47237E88}"/>
              </a:ext>
            </a:extLst>
          </p:cNvPr>
          <p:cNvSpPr/>
          <p:nvPr/>
        </p:nvSpPr>
        <p:spPr>
          <a:xfrm>
            <a:off x="10106025" y="2340102"/>
            <a:ext cx="96774" cy="10668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894DE4DC-8758-6B64-8332-20A880F7B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4988" y="97418"/>
            <a:ext cx="981075" cy="790575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DF92DD1F-FEF3-5CA3-268A-F68413D70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449" y="1658112"/>
            <a:ext cx="274320" cy="274320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8CBEAC54-A450-6ABB-E65B-5FA7313019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917" y="2383390"/>
            <a:ext cx="234842" cy="234842"/>
          </a:xfrm>
          <a:prstGeom prst="rect">
            <a:avLst/>
          </a:prstGeom>
        </p:spPr>
      </p:pic>
      <p:sp>
        <p:nvSpPr>
          <p:cNvPr id="85" name="Shape 9">
            <a:extLst>
              <a:ext uri="{FF2B5EF4-FFF2-40B4-BE49-F238E27FC236}">
                <a16:creationId xmlns:a16="http://schemas.microsoft.com/office/drawing/2014/main" id="{FA2BC2F5-605E-6795-7239-0E5DA8C9CD7F}"/>
              </a:ext>
            </a:extLst>
          </p:cNvPr>
          <p:cNvSpPr/>
          <p:nvPr/>
        </p:nvSpPr>
        <p:spPr>
          <a:xfrm>
            <a:off x="742226" y="32308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6" name="Shape 9">
            <a:extLst>
              <a:ext uri="{FF2B5EF4-FFF2-40B4-BE49-F238E27FC236}">
                <a16:creationId xmlns:a16="http://schemas.microsoft.com/office/drawing/2014/main" id="{81C9B425-8456-FBD4-6D20-090851CA860F}"/>
              </a:ext>
            </a:extLst>
          </p:cNvPr>
          <p:cNvSpPr/>
          <p:nvPr/>
        </p:nvSpPr>
        <p:spPr>
          <a:xfrm>
            <a:off x="742950" y="417195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1E49680A-2797-87F6-9D6B-9BAA2FF87D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945" y="3279778"/>
            <a:ext cx="274320" cy="27432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5EDD49E-5B36-B5D8-A9FB-75B5DAFB2D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3917" y="4233141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1800"/>
            <a:ext cx="3047924" cy="76200"/>
          </a:xfrm>
          <a:prstGeom prst="rect">
            <a:avLst/>
          </a:prstGeom>
          <a:solidFill>
            <a:srgbClr val="0158CF"/>
          </a:solidFill>
          <a:ln w="12700">
            <a:solidFill>
              <a:srgbClr val="0158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158C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924" y="6781800"/>
            <a:ext cx="609585" cy="7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2667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8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</a:t>
            </a:r>
            <a:endParaRPr lang="en-US" sz="1400" dirty="0">
              <a:solidFill>
                <a:srgbClr val="0158C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4572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Measurable Value for the Enterprise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71500" y="1057275"/>
            <a:ext cx="952500" cy="381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1714500"/>
            <a:ext cx="352425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0100" y="19431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163061" y="1970532"/>
            <a:ext cx="896113" cy="201168"/>
          </a:xfrm>
          <a:prstGeom prst="roundRect">
            <a:avLst>
              <a:gd name="adj" fmla="val 3636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273461" y="1978914"/>
            <a:ext cx="7680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 Speed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72668" y="26746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10x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00100" y="316706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Insights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0100" y="3497580"/>
            <a:ext cx="30670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Accelerate data-to-decision cycles from days of manual reporting to seconds of instant AI analysis.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324350" y="1714500"/>
            <a:ext cx="352425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52950" y="19431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692900" y="1970532"/>
            <a:ext cx="899668" cy="201168"/>
          </a:xfrm>
          <a:prstGeom prst="roundRect">
            <a:avLst>
              <a:gd name="adj" fmla="val 3636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714744" y="2004822"/>
            <a:ext cx="113385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 Efficiency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25518" y="26746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-60%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4552950" y="3185351"/>
            <a:ext cx="24269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Workload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552950" y="3497580"/>
            <a:ext cx="30670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routine reporting tasks, freeing up data analysts to focus on high-value strategic initiatives.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077200" y="1714500"/>
            <a:ext cx="352425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305800" y="19431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10668762" y="1970532"/>
            <a:ext cx="843788" cy="201168"/>
          </a:xfrm>
          <a:prstGeom prst="roundRect">
            <a:avLst>
              <a:gd name="adj" fmla="val 3636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10796778" y="2020824"/>
            <a:ext cx="6649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 Spend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278368" y="26746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-30%</a:t>
            </a:r>
            <a:endParaRPr lang="en-US" sz="3200" dirty="0"/>
          </a:p>
        </p:txBody>
      </p:sp>
      <p:sp>
        <p:nvSpPr>
          <p:cNvPr id="34" name="Text 26"/>
          <p:cNvSpPr/>
          <p:nvPr/>
        </p:nvSpPr>
        <p:spPr>
          <a:xfrm>
            <a:off x="8278368" y="3176397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 BI Costs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305800" y="3497580"/>
            <a:ext cx="30670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Consolidate fragmented tools and reduce dependency on expensive, specialized BI seat licenses.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571500" y="4229100"/>
            <a:ext cx="5524500" cy="2133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1E6FD9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800100" y="44577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4781550" y="4476750"/>
            <a:ext cx="1122807" cy="201168"/>
          </a:xfrm>
          <a:prstGeom prst="roundRect">
            <a:avLst>
              <a:gd name="adj" fmla="val 3636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/>
          <p:nvPr/>
        </p:nvSpPr>
        <p:spPr>
          <a:xfrm>
            <a:off x="4999481" y="4557840"/>
            <a:ext cx="686943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 Quality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800100" y="508635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</a:t>
            </a:r>
            <a:endParaRPr lang="en-US" sz="3200" dirty="0"/>
          </a:p>
        </p:txBody>
      </p:sp>
      <p:sp>
        <p:nvSpPr>
          <p:cNvPr id="44" name="Text 33"/>
          <p:cNvSpPr/>
          <p:nvPr/>
        </p:nvSpPr>
        <p:spPr>
          <a:xfrm>
            <a:off x="800100" y="5667375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Decision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ea typeface="Montserrat" pitchFamily="34" charset="-122"/>
                <a:cs typeface="Montserrat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45" name="Text 34"/>
          <p:cNvSpPr/>
          <p:nvPr/>
        </p:nvSpPr>
        <p:spPr>
          <a:xfrm>
            <a:off x="2190750" y="5534025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ea typeface="Montserrat" pitchFamily="34" charset="-122"/>
                <a:cs typeface="Montserrat" pitchFamily="34" charset="-120"/>
              </a:rPr>
              <a:t>Evidence-based leadership empowered by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ea typeface="Montserrat" pitchFamily="34" charset="-122"/>
                <a:cs typeface="Montserrat" pitchFamily="34" charset="-120"/>
              </a:rPr>
              <a:t>comprehensive data coverage and instant “what-if”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ea typeface="Montserrat" pitchFamily="34" charset="-122"/>
                <a:cs typeface="Montserrat" pitchFamily="34" charset="-120"/>
              </a:rPr>
              <a:t>scenario modeling.</a:t>
            </a:r>
            <a:endParaRPr lang="en-US" sz="12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8DF8F06-E332-0ACA-3250-A40347B24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988" y="97418"/>
            <a:ext cx="981075" cy="790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1596</Words>
  <Application>Microsoft Office PowerPoint</Application>
  <PresentationFormat>Widescreen</PresentationFormat>
  <Paragraphs>317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 Montserrat  Light</vt:lpstr>
      <vt:lpstr> Montserrat (Light/Thin)</vt:lpstr>
      <vt:lpstr>Arial</vt:lpstr>
      <vt:lpstr>Lato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Massar AI Agent Framework</dc:title>
  <dc:subject>Massar UI deck</dc:subject>
  <dc:creator>OpenAI</dc:creator>
  <cp:lastModifiedBy>Matthys Daniel Smith</cp:lastModifiedBy>
  <cp:revision>14</cp:revision>
  <dcterms:created xsi:type="dcterms:W3CDTF">2026-03-06T15:44:28Z</dcterms:created>
  <dcterms:modified xsi:type="dcterms:W3CDTF">2026-03-07T05:29:13Z</dcterms:modified>
</cp:coreProperties>
</file>